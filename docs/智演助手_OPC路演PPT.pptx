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69" r:id="rId4"/>
  </p:sldMasterIdLst>
  <p:notesMasterIdLst>
    <p:notesMasterId r:id="rId6"/>
  </p:notesMasterIdLst>
  <p:sldIdLst>
    <p:sldId id="268" r:id="rId5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4" Type="http://schemas.openxmlformats.org/officeDocument/2006/relationships/tags" Target="../tags/tag130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image" Target="../media/image1.jpeg"/><Relationship Id="rId2" Type="http://schemas.openxmlformats.org/officeDocument/2006/relationships/tags" Target="../tags/tag159.xml"/><Relationship Id="rId12" Type="http://schemas.openxmlformats.org/officeDocument/2006/relationships/tags" Target="../tags/tag168.xml"/><Relationship Id="rId11" Type="http://schemas.openxmlformats.org/officeDocument/2006/relationships/tags" Target="../tags/tag167.xml"/><Relationship Id="rId10" Type="http://schemas.openxmlformats.org/officeDocument/2006/relationships/tags" Target="../tags/tag166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tags" Target="../tags/tag219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tags" Target="../tags/tag225.xml"/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2" Type="http://schemas.openxmlformats.org/officeDocument/2006/relationships/tags" Target="../tags/tag230.xml"/><Relationship Id="rId11" Type="http://schemas.openxmlformats.org/officeDocument/2006/relationships/tags" Target="../tags/tag229.xml"/><Relationship Id="rId10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" Type="http://schemas.openxmlformats.org/officeDocument/2006/relationships/tags" Target="../tags/tag243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4" Type="http://schemas.openxmlformats.org/officeDocument/2006/relationships/tags" Target="../tags/tag268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4" Type="http://schemas.openxmlformats.org/officeDocument/2006/relationships/tags" Target="../tags/tag281.xml"/><Relationship Id="rId13" Type="http://schemas.openxmlformats.org/officeDocument/2006/relationships/tags" Target="../tags/tag280.xml"/><Relationship Id="rId12" Type="http://schemas.openxmlformats.org/officeDocument/2006/relationships/tags" Target="../tags/tag27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3" Type="http://schemas.openxmlformats.org/officeDocument/2006/relationships/tags" Target="../tags/tag293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 rot="10800000">
            <a:off x="2433602" y="0"/>
            <a:ext cx="6710241" cy="5143500"/>
          </a:xfrm>
          <a:custGeom>
            <a:avLst/>
            <a:gdLst>
              <a:gd name="connsiteX0" fmla="*/ 8946988 w 8946988"/>
              <a:gd name="connsiteY0" fmla="*/ 6858000 h 6858000"/>
              <a:gd name="connsiteX1" fmla="*/ 0 w 8946988"/>
              <a:gd name="connsiteY1" fmla="*/ 6858000 h 6858000"/>
              <a:gd name="connsiteX2" fmla="*/ 9315 w 8946988"/>
              <a:gd name="connsiteY2" fmla="*/ 0 h 6858000"/>
              <a:gd name="connsiteX3" fmla="*/ 2685840 w 8946988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46988" h="6858000">
                <a:moveTo>
                  <a:pt x="8946988" y="6858000"/>
                </a:moveTo>
                <a:lnTo>
                  <a:pt x="0" y="6858000"/>
                </a:lnTo>
                <a:lnTo>
                  <a:pt x="9315" y="0"/>
                </a:lnTo>
                <a:lnTo>
                  <a:pt x="2685840" y="0"/>
                </a:lnTo>
                <a:close/>
              </a:path>
            </a:pathLst>
          </a:custGeom>
          <a:blipFill dpi="0" rotWithShape="0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14" name="任意多边形: 形状 13"/>
          <p:cNvSpPr/>
          <p:nvPr>
            <p:custDataLst>
              <p:tags r:id="rId4"/>
            </p:custDataLst>
          </p:nvPr>
        </p:nvSpPr>
        <p:spPr>
          <a:xfrm rot="10800000">
            <a:off x="2433602" y="-2188"/>
            <a:ext cx="6732524" cy="5147068"/>
          </a:xfrm>
          <a:custGeom>
            <a:avLst/>
            <a:gdLst>
              <a:gd name="connsiteX0" fmla="*/ 8976698 w 8976698"/>
              <a:gd name="connsiteY0" fmla="*/ 6862757 h 6862757"/>
              <a:gd name="connsiteX1" fmla="*/ 0 w 8976698"/>
              <a:gd name="connsiteY1" fmla="*/ 6862757 h 6862757"/>
              <a:gd name="connsiteX2" fmla="*/ 9359 w 8976698"/>
              <a:gd name="connsiteY2" fmla="*/ 0 h 6862757"/>
              <a:gd name="connsiteX3" fmla="*/ 2685884 w 8976698"/>
              <a:gd name="connsiteY3" fmla="*/ 0 h 6862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76698" h="6862757">
                <a:moveTo>
                  <a:pt x="8976698" y="6862757"/>
                </a:moveTo>
                <a:lnTo>
                  <a:pt x="0" y="6862757"/>
                </a:lnTo>
                <a:lnTo>
                  <a:pt x="9359" y="0"/>
                </a:lnTo>
                <a:lnTo>
                  <a:pt x="2685884" y="0"/>
                </a:lnTo>
                <a:close/>
              </a:path>
            </a:pathLst>
          </a:custGeom>
          <a:solidFill>
            <a:srgbClr val="455171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418411" y="2912187"/>
            <a:ext cx="1225061" cy="460921"/>
            <a:chOff x="949766" y="3882916"/>
            <a:chExt cx="2002973" cy="753605"/>
          </a:xfrm>
        </p:grpSpPr>
        <p:sp>
          <p:nvSpPr>
            <p:cNvPr id="8" name="矩形 7"/>
            <p:cNvSpPr/>
            <p:nvPr>
              <p:custDataLst>
                <p:tags r:id="rId6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矩形 8"/>
            <p:cNvSpPr/>
            <p:nvPr>
              <p:custDataLst>
                <p:tags r:id="rId7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354055" y="1934442"/>
            <a:ext cx="3586574" cy="567848"/>
          </a:xfrm>
        </p:spPr>
        <p:txBody>
          <a:bodyPr wrap="square" anchor="b">
            <a:noAutofit/>
          </a:bodyPr>
          <a:lstStyle>
            <a:lvl1pPr algn="l"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354055" y="2571346"/>
            <a:ext cx="3586574" cy="214674"/>
          </a:xfrm>
        </p:spPr>
        <p:txBody>
          <a:bodyPr wrap="square">
            <a:noAutofit/>
          </a:bodyPr>
          <a:lstStyle>
            <a:lvl1pPr marL="0" indent="0" algn="l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28950" y="4760119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4760119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>
            <p:custDataLst>
              <p:tags r:id="rId2"/>
            </p:custDataLst>
          </p:nvPr>
        </p:nvSpPr>
        <p:spPr>
          <a:xfrm rot="5400000">
            <a:off x="274184" y="-288472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等腰三角形 7"/>
          <p:cNvSpPr/>
          <p:nvPr>
            <p:custDataLst>
              <p:tags r:id="rId3"/>
            </p:custDataLst>
          </p:nvPr>
        </p:nvSpPr>
        <p:spPr>
          <a:xfrm rot="16200000">
            <a:off x="6504554" y="2525485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12"/>
          <p:cNvSpPr/>
          <p:nvPr>
            <p:custDataLst>
              <p:tags r:id="rId4"/>
            </p:custDataLst>
          </p:nvPr>
        </p:nvSpPr>
        <p:spPr>
          <a:xfrm rot="19299726">
            <a:off x="5062963" y="360910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12"/>
          <p:cNvSpPr/>
          <p:nvPr>
            <p:custDataLst>
              <p:tags r:id="rId5"/>
            </p:custDataLst>
          </p:nvPr>
        </p:nvSpPr>
        <p:spPr>
          <a:xfrm rot="8445098">
            <a:off x="-727583" y="103735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637565" y="2103738"/>
            <a:ext cx="4147190" cy="673870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2488327" y="2103738"/>
            <a:ext cx="1099880" cy="673870"/>
          </a:xfrm>
        </p:spPr>
        <p:txBody>
          <a:bodyPr wrap="square" anchor="ctr" anchorCtr="0">
            <a:normAutofit/>
          </a:bodyPr>
          <a:lstStyle>
            <a:lvl1pPr marL="0" indent="0" algn="r">
              <a:buNone/>
              <a:defRPr sz="3300" b="1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0" y="342900"/>
            <a:ext cx="3123900" cy="1200150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3"/>
            </p:custDataLst>
          </p:nvPr>
        </p:nvSpPr>
        <p:spPr>
          <a:xfrm>
            <a:off x="3888000" y="342900"/>
            <a:ext cx="4627800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9840" y="1543050"/>
            <a:ext cx="3123900" cy="28586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368363" y="273844"/>
            <a:ext cx="1146987" cy="4358879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8650" y="273844"/>
            <a:ext cx="6659969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486072" y="1787298"/>
            <a:ext cx="4171856" cy="127430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0" dist="50800" dir="2700000" sx="104000" sy="104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 rot="5400000">
            <a:off x="4329793" y="351062"/>
            <a:ext cx="484416" cy="9144002"/>
            <a:chOff x="9775372" y="0"/>
            <a:chExt cx="832755" cy="6858000"/>
          </a:xfrm>
        </p:grpSpPr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9775372" y="0"/>
              <a:ext cx="653143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10428514" y="0"/>
              <a:ext cx="179613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486072" y="1927366"/>
            <a:ext cx="4171856" cy="994172"/>
          </a:xfrm>
        </p:spPr>
        <p:txBody>
          <a:bodyPr>
            <a:normAutofit/>
          </a:bodyPr>
          <a:lstStyle>
            <a:lvl1pPr algn="ctr">
              <a:defRPr sz="405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9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7" name="等腰三角形 6"/>
            <p:cNvSpPr/>
            <p:nvPr userDrawn="1">
              <p:custDataLst>
                <p:tags r:id="rId6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0" name="矩形 12"/>
            <p:cNvSpPr/>
            <p:nvPr userDrawn="1">
              <p:custDataLst>
                <p:tags r:id="rId7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2" name="文本框 21"/>
          <p:cNvSpPr txBox="1"/>
          <p:nvPr userDrawn="1">
            <p:custDataLst>
              <p:tags r:id="rId8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6941820" y="3891439"/>
            <a:ext cx="2572703" cy="1258729"/>
            <a:chOff x="10646" y="5909"/>
            <a:chExt cx="9994" cy="4890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9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>
            <a:off x="-418624" y="0"/>
            <a:ext cx="2822258" cy="1381125"/>
            <a:chOff x="-1483" y="0"/>
            <a:chExt cx="9994" cy="4890"/>
          </a:xfrm>
        </p:grpSpPr>
        <p:sp>
          <p:nvSpPr>
            <p:cNvPr id="10" name="等腰三角形 9"/>
            <p:cNvSpPr/>
            <p:nvPr userDrawn="1">
              <p:custDataLst>
                <p:tags r:id="rId6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1" name="矩形 12"/>
            <p:cNvSpPr/>
            <p:nvPr userDrawn="1">
              <p:custDataLst>
                <p:tags r:id="rId7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219600" y="228150"/>
            <a:ext cx="8704800" cy="468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93690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960835" y="162270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7281386" y="4079081"/>
            <a:ext cx="2175986" cy="1064419"/>
            <a:chOff x="10646" y="5909"/>
            <a:chExt cx="9994" cy="4890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4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3617595" cy="514969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6"/>
            </p:custDataLst>
          </p:nvPr>
        </p:nvGrpSpPr>
        <p:grpSpPr>
          <a:xfrm>
            <a:off x="-213" y="-82"/>
            <a:ext cx="1225061" cy="460921"/>
            <a:chOff x="949766" y="3882916"/>
            <a:chExt cx="2002973" cy="753605"/>
          </a:xfrm>
        </p:grpSpPr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437400" y="577800"/>
            <a:ext cx="2970000" cy="6615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40100" y="132300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3825900" y="57745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 flipH="1">
            <a:off x="-313372" y="4079081"/>
            <a:ext cx="2175986" cy="1064419"/>
            <a:chOff x="10646" y="5909"/>
            <a:chExt cx="9994" cy="4890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4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9144000" cy="199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6"/>
            </p:custDataLst>
          </p:nvPr>
        </p:nvGrpSpPr>
        <p:grpSpPr>
          <a:xfrm>
            <a:off x="7918872" y="-7225"/>
            <a:ext cx="1225061" cy="460921"/>
            <a:chOff x="949766" y="3882916"/>
            <a:chExt cx="2002973" cy="753605"/>
          </a:xfrm>
        </p:grpSpPr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>
              <p:custDataLst>
                <p:tags r:id="rId8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9000" y="5859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59000" y="12447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59581" y="210600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-318135" y="-3334"/>
            <a:ext cx="2142649" cy="1048703"/>
            <a:chOff x="-1483" y="0"/>
            <a:chExt cx="9994" cy="4890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0" name="矩形 12"/>
            <p:cNvSpPr/>
            <p:nvPr userDrawn="1">
              <p:custDataLst>
                <p:tags r:id="rId4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3771901"/>
            <a:ext cx="9144000" cy="13715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6"/>
            </p:custDataLst>
          </p:nvPr>
        </p:nvGrpSpPr>
        <p:grpSpPr>
          <a:xfrm>
            <a:off x="7918872" y="4687647"/>
            <a:ext cx="1225061" cy="460921"/>
            <a:chOff x="949766" y="3882916"/>
            <a:chExt cx="2002973" cy="753605"/>
          </a:xfrm>
        </p:grpSpPr>
        <p:sp>
          <p:nvSpPr>
            <p:cNvPr id="13" name="矩形 12"/>
            <p:cNvSpPr/>
            <p:nvPr>
              <p:custDataLst>
                <p:tags r:id="rId7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4" name="矩形 13"/>
            <p:cNvSpPr/>
            <p:nvPr>
              <p:custDataLst>
                <p:tags r:id="rId8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502200"/>
            <a:ext cx="8232300" cy="4239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2609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388530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7918872" y="4687647"/>
            <a:ext cx="1225061" cy="460921"/>
            <a:chOff x="949766" y="3882916"/>
            <a:chExt cx="2002973" cy="753605"/>
          </a:xfrm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34700" y="178200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434700" y="12474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4681800" y="12474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429300" y="361260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4689900" y="360990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71941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6" name="等腰三角形 5"/>
          <p:cNvSpPr/>
          <p:nvPr userDrawn="1">
            <p:custDataLst>
              <p:tags r:id="rId3"/>
            </p:custDataLst>
          </p:nvPr>
        </p:nvSpPr>
        <p:spPr>
          <a:xfrm rot="5400000">
            <a:off x="274184" y="-288472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8" name="等腰三角形 7"/>
          <p:cNvSpPr/>
          <p:nvPr userDrawn="1">
            <p:custDataLst>
              <p:tags r:id="rId4"/>
            </p:custDataLst>
          </p:nvPr>
        </p:nvSpPr>
        <p:spPr>
          <a:xfrm rot="16200000">
            <a:off x="6504554" y="2525485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9" name="矩形 12"/>
          <p:cNvSpPr/>
          <p:nvPr userDrawn="1">
            <p:custDataLst>
              <p:tags r:id="rId5"/>
            </p:custDataLst>
          </p:nvPr>
        </p:nvSpPr>
        <p:spPr>
          <a:xfrm rot="19299726">
            <a:off x="5062963" y="360910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1" name="矩形 12"/>
          <p:cNvSpPr/>
          <p:nvPr userDrawn="1">
            <p:custDataLst>
              <p:tags r:id="rId6"/>
            </p:custDataLst>
          </p:nvPr>
        </p:nvSpPr>
        <p:spPr>
          <a:xfrm rot="8445098">
            <a:off x="-727583" y="103735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142100" y="100440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141810" y="28971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2"/>
            </p:custDataLst>
          </p:nvPr>
        </p:nvSpPr>
        <p:spPr>
          <a:xfrm rot="10800000">
            <a:off x="2433602" y="0"/>
            <a:ext cx="6710241" cy="5143500"/>
          </a:xfrm>
          <a:custGeom>
            <a:avLst/>
            <a:gdLst>
              <a:gd name="connsiteX0" fmla="*/ 8946988 w 8946988"/>
              <a:gd name="connsiteY0" fmla="*/ 6858000 h 6858000"/>
              <a:gd name="connsiteX1" fmla="*/ 0 w 8946988"/>
              <a:gd name="connsiteY1" fmla="*/ 6858000 h 6858000"/>
              <a:gd name="connsiteX2" fmla="*/ 9315 w 8946988"/>
              <a:gd name="connsiteY2" fmla="*/ 0 h 6858000"/>
              <a:gd name="connsiteX3" fmla="*/ 2685840 w 8946988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46988" h="6858000">
                <a:moveTo>
                  <a:pt x="8946988" y="6858000"/>
                </a:moveTo>
                <a:lnTo>
                  <a:pt x="0" y="6858000"/>
                </a:lnTo>
                <a:lnTo>
                  <a:pt x="9315" y="0"/>
                </a:lnTo>
                <a:lnTo>
                  <a:pt x="2685840" y="0"/>
                </a:lnTo>
                <a:close/>
              </a:path>
            </a:pathLst>
          </a:custGeom>
          <a:blipFill dpi="0" rotWithShape="0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14" name="任意多边形: 形状 13"/>
          <p:cNvSpPr/>
          <p:nvPr>
            <p:custDataLst>
              <p:tags r:id="rId4"/>
            </p:custDataLst>
          </p:nvPr>
        </p:nvSpPr>
        <p:spPr>
          <a:xfrm rot="10800000">
            <a:off x="2433602" y="-2188"/>
            <a:ext cx="6732524" cy="5147068"/>
          </a:xfrm>
          <a:custGeom>
            <a:avLst/>
            <a:gdLst>
              <a:gd name="connsiteX0" fmla="*/ 8976698 w 8976698"/>
              <a:gd name="connsiteY0" fmla="*/ 6862757 h 6862757"/>
              <a:gd name="connsiteX1" fmla="*/ 0 w 8976698"/>
              <a:gd name="connsiteY1" fmla="*/ 6862757 h 6862757"/>
              <a:gd name="connsiteX2" fmla="*/ 9359 w 8976698"/>
              <a:gd name="connsiteY2" fmla="*/ 0 h 6862757"/>
              <a:gd name="connsiteX3" fmla="*/ 2685884 w 8976698"/>
              <a:gd name="connsiteY3" fmla="*/ 0 h 6862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76698" h="6862757">
                <a:moveTo>
                  <a:pt x="8976698" y="6862757"/>
                </a:moveTo>
                <a:lnTo>
                  <a:pt x="0" y="6862757"/>
                </a:lnTo>
                <a:lnTo>
                  <a:pt x="9359" y="0"/>
                </a:lnTo>
                <a:lnTo>
                  <a:pt x="2685884" y="0"/>
                </a:lnTo>
                <a:close/>
              </a:path>
            </a:pathLst>
          </a:custGeom>
          <a:solidFill>
            <a:srgbClr val="455171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418465" y="2912110"/>
            <a:ext cx="2819400" cy="410210"/>
            <a:chOff x="949766" y="3882916"/>
            <a:chExt cx="2002973" cy="753605"/>
          </a:xfrm>
        </p:grpSpPr>
        <p:sp>
          <p:nvSpPr>
            <p:cNvPr id="8" name="矩形 7"/>
            <p:cNvSpPr/>
            <p:nvPr>
              <p:custDataLst>
                <p:tags r:id="rId6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矩形 8"/>
            <p:cNvSpPr/>
            <p:nvPr>
              <p:custDataLst>
                <p:tags r:id="rId7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354055" y="1934442"/>
            <a:ext cx="3586574" cy="567848"/>
          </a:xfrm>
        </p:spPr>
        <p:txBody>
          <a:bodyPr wrap="square" anchor="b">
            <a:noAutofit/>
          </a:bodyPr>
          <a:lstStyle>
            <a:lvl1pPr algn="l"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354055" y="2571346"/>
            <a:ext cx="3586574" cy="214674"/>
          </a:xfrm>
        </p:spPr>
        <p:txBody>
          <a:bodyPr wrap="square">
            <a:noAutofit/>
          </a:bodyPr>
          <a:lstStyle>
            <a:lvl1pPr marL="0" indent="0" algn="l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28950" y="4760119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4760119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>
            <p:custDataLst>
              <p:tags r:id="rId2"/>
            </p:custDataLst>
          </p:nvPr>
        </p:nvSpPr>
        <p:spPr>
          <a:xfrm rot="5400000">
            <a:off x="274184" y="-288472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等腰三角形 7"/>
          <p:cNvSpPr/>
          <p:nvPr>
            <p:custDataLst>
              <p:tags r:id="rId3"/>
            </p:custDataLst>
          </p:nvPr>
        </p:nvSpPr>
        <p:spPr>
          <a:xfrm rot="16200000">
            <a:off x="6504554" y="2525485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矩形 12"/>
          <p:cNvSpPr/>
          <p:nvPr>
            <p:custDataLst>
              <p:tags r:id="rId4"/>
            </p:custDataLst>
          </p:nvPr>
        </p:nvSpPr>
        <p:spPr>
          <a:xfrm rot="19299726">
            <a:off x="5062963" y="360910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12"/>
          <p:cNvSpPr/>
          <p:nvPr>
            <p:custDataLst>
              <p:tags r:id="rId5"/>
            </p:custDataLst>
          </p:nvPr>
        </p:nvSpPr>
        <p:spPr>
          <a:xfrm rot="8445098">
            <a:off x="-727583" y="103735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3637565" y="2103738"/>
            <a:ext cx="4147190" cy="673870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2488327" y="2103738"/>
            <a:ext cx="1099880" cy="673870"/>
          </a:xfrm>
        </p:spPr>
        <p:txBody>
          <a:bodyPr wrap="square" anchor="ctr" anchorCtr="0">
            <a:normAutofit/>
          </a:bodyPr>
          <a:lstStyle>
            <a:lvl1pPr marL="0" indent="0" algn="r">
              <a:buNone/>
              <a:defRPr sz="3300" b="1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9841" y="130872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9841" y="1961707"/>
            <a:ext cx="3868340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30872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1961707"/>
            <a:ext cx="3887391" cy="268054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0" y="342900"/>
            <a:ext cx="3123900" cy="1200150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3"/>
            </p:custDataLst>
          </p:nvPr>
        </p:nvSpPr>
        <p:spPr>
          <a:xfrm>
            <a:off x="3888000" y="342900"/>
            <a:ext cx="4627800" cy="40527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9840" y="1543050"/>
            <a:ext cx="3123900" cy="28586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368363" y="273844"/>
            <a:ext cx="1146987" cy="4358879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8650" y="273844"/>
            <a:ext cx="6659969" cy="4358879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8650" y="413657"/>
            <a:ext cx="7886700" cy="41692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486072" y="1927366"/>
            <a:ext cx="4171856" cy="994172"/>
          </a:xfrm>
        </p:spPr>
        <p:txBody>
          <a:bodyPr>
            <a:normAutofit/>
          </a:bodyPr>
          <a:lstStyle>
            <a:lvl1pPr algn="ctr">
              <a:defRPr sz="405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8" name="等腰三角形 7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9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7" name="等腰三角形 6"/>
            <p:cNvSpPr/>
            <p:nvPr userDrawn="1">
              <p:custDataLst>
                <p:tags r:id="rId6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0" name="矩形 12"/>
            <p:cNvSpPr/>
            <p:nvPr userDrawn="1">
              <p:custDataLst>
                <p:tags r:id="rId7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2" name="文本框 21"/>
          <p:cNvSpPr txBox="1"/>
          <p:nvPr userDrawn="1">
            <p:custDataLst>
              <p:tags r:id="rId8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6941820" y="3891439"/>
            <a:ext cx="2572703" cy="1258729"/>
            <a:chOff x="10646" y="5909"/>
            <a:chExt cx="9994" cy="4890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9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grpSp>
        <p:nvGrpSpPr>
          <p:cNvPr id="12" name="组合 11"/>
          <p:cNvGrpSpPr/>
          <p:nvPr userDrawn="1">
            <p:custDataLst>
              <p:tags r:id="rId5"/>
            </p:custDataLst>
          </p:nvPr>
        </p:nvGrpSpPr>
        <p:grpSpPr>
          <a:xfrm>
            <a:off x="-418624" y="0"/>
            <a:ext cx="2822258" cy="1381125"/>
            <a:chOff x="-1483" y="0"/>
            <a:chExt cx="9994" cy="4890"/>
          </a:xfrm>
        </p:grpSpPr>
        <p:sp>
          <p:nvSpPr>
            <p:cNvPr id="10" name="等腰三角形 9"/>
            <p:cNvSpPr/>
            <p:nvPr userDrawn="1">
              <p:custDataLst>
                <p:tags r:id="rId6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1" name="矩形 12"/>
            <p:cNvSpPr/>
            <p:nvPr userDrawn="1">
              <p:custDataLst>
                <p:tags r:id="rId7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219600" y="228150"/>
            <a:ext cx="8704800" cy="468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93690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960835" y="162270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7281386" y="4079081"/>
            <a:ext cx="2175986" cy="1064419"/>
            <a:chOff x="10646" y="5909"/>
            <a:chExt cx="9994" cy="4890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4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3617595" cy="514969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6"/>
            </p:custDataLst>
          </p:nvPr>
        </p:nvGrpSpPr>
        <p:grpSpPr>
          <a:xfrm>
            <a:off x="-213" y="-82"/>
            <a:ext cx="1225061" cy="460921"/>
            <a:chOff x="949766" y="3882916"/>
            <a:chExt cx="2002973" cy="753605"/>
          </a:xfrm>
        </p:grpSpPr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437400" y="577800"/>
            <a:ext cx="2970000" cy="6615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40100" y="132300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3825900" y="57745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 flipH="1">
            <a:off x="-313372" y="4079081"/>
            <a:ext cx="2175986" cy="1064419"/>
            <a:chOff x="10646" y="5909"/>
            <a:chExt cx="9994" cy="4890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4" name="矩形 12"/>
            <p:cNvSpPr/>
            <p:nvPr userDrawn="1">
              <p:custDataLst>
                <p:tags r:id="rId4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9144000" cy="199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6"/>
            </p:custDataLst>
          </p:nvPr>
        </p:nvGrpSpPr>
        <p:grpSpPr>
          <a:xfrm>
            <a:off x="7918872" y="-7225"/>
            <a:ext cx="1225061" cy="460921"/>
            <a:chOff x="949766" y="3882916"/>
            <a:chExt cx="2002973" cy="753605"/>
          </a:xfrm>
        </p:grpSpPr>
        <p:sp>
          <p:nvSpPr>
            <p:cNvPr id="6" name="矩形 5"/>
            <p:cNvSpPr/>
            <p:nvPr>
              <p:custDataLst>
                <p:tags r:id="rId7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>
              <p:custDataLst>
                <p:tags r:id="rId8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9000" y="5859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59000" y="12447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59581" y="210600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-318135" y="-3334"/>
            <a:ext cx="2142649" cy="1048703"/>
            <a:chOff x="-1483" y="0"/>
            <a:chExt cx="9994" cy="4890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0" name="矩形 12"/>
            <p:cNvSpPr/>
            <p:nvPr userDrawn="1">
              <p:custDataLst>
                <p:tags r:id="rId4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3771901"/>
            <a:ext cx="9144000" cy="13715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6"/>
            </p:custDataLst>
          </p:nvPr>
        </p:nvGrpSpPr>
        <p:grpSpPr>
          <a:xfrm>
            <a:off x="7918872" y="4687647"/>
            <a:ext cx="1225061" cy="460921"/>
            <a:chOff x="949766" y="3882916"/>
            <a:chExt cx="2002973" cy="753605"/>
          </a:xfrm>
        </p:grpSpPr>
        <p:sp>
          <p:nvSpPr>
            <p:cNvPr id="13" name="矩形 12"/>
            <p:cNvSpPr/>
            <p:nvPr>
              <p:custDataLst>
                <p:tags r:id="rId7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4" name="矩形 13"/>
            <p:cNvSpPr/>
            <p:nvPr>
              <p:custDataLst>
                <p:tags r:id="rId8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502200"/>
            <a:ext cx="8232300" cy="4239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2609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388530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7918872" y="4687647"/>
            <a:ext cx="1225061" cy="460921"/>
            <a:chOff x="949766" y="3882916"/>
            <a:chExt cx="2002973" cy="753605"/>
          </a:xfrm>
        </p:grpSpPr>
        <p:sp>
          <p:nvSpPr>
            <p:cNvPr id="15" name="矩形 14"/>
            <p:cNvSpPr/>
            <p:nvPr>
              <p:custDataLst>
                <p:tags r:id="rId3"/>
              </p:custDataLst>
            </p:nvPr>
          </p:nvSpPr>
          <p:spPr>
            <a:xfrm>
              <a:off x="949766" y="3882916"/>
              <a:ext cx="2002973" cy="7078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949766" y="4590802"/>
              <a:ext cx="2002973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9144000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34700" y="178200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434700" y="12474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4681800" y="12474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429300" y="361260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4689900" y="360990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71941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6" name="等腰三角形 5"/>
          <p:cNvSpPr/>
          <p:nvPr userDrawn="1">
            <p:custDataLst>
              <p:tags r:id="rId3"/>
            </p:custDataLst>
          </p:nvPr>
        </p:nvSpPr>
        <p:spPr>
          <a:xfrm rot="5400000">
            <a:off x="274184" y="-288472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8" name="等腰三角形 7"/>
          <p:cNvSpPr/>
          <p:nvPr userDrawn="1">
            <p:custDataLst>
              <p:tags r:id="rId4"/>
            </p:custDataLst>
          </p:nvPr>
        </p:nvSpPr>
        <p:spPr>
          <a:xfrm rot="16200000">
            <a:off x="6504554" y="2525485"/>
            <a:ext cx="2329543" cy="290648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9" name="矩形 12"/>
          <p:cNvSpPr/>
          <p:nvPr userDrawn="1">
            <p:custDataLst>
              <p:tags r:id="rId5"/>
            </p:custDataLst>
          </p:nvPr>
        </p:nvSpPr>
        <p:spPr>
          <a:xfrm rot="19299726">
            <a:off x="5062963" y="360910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1" name="矩形 12"/>
          <p:cNvSpPr/>
          <p:nvPr userDrawn="1">
            <p:custDataLst>
              <p:tags r:id="rId6"/>
            </p:custDataLst>
          </p:nvPr>
        </p:nvSpPr>
        <p:spPr>
          <a:xfrm rot="8445098">
            <a:off x="-727583" y="1037354"/>
            <a:ext cx="4759848" cy="521942"/>
          </a:xfrm>
          <a:custGeom>
            <a:avLst/>
            <a:gdLst>
              <a:gd name="connsiteX0" fmla="*/ 0 w 5892800"/>
              <a:gd name="connsiteY0" fmla="*/ 0 h 707886"/>
              <a:gd name="connsiteX1" fmla="*/ 5892800 w 5892800"/>
              <a:gd name="connsiteY1" fmla="*/ 0 h 707886"/>
              <a:gd name="connsiteX2" fmla="*/ 5892800 w 5892800"/>
              <a:gd name="connsiteY2" fmla="*/ 707886 h 707886"/>
              <a:gd name="connsiteX3" fmla="*/ 0 w 5892800"/>
              <a:gd name="connsiteY3" fmla="*/ 707886 h 707886"/>
              <a:gd name="connsiteX4" fmla="*/ 0 w 5892800"/>
              <a:gd name="connsiteY4" fmla="*/ 0 h 707886"/>
              <a:gd name="connsiteX0-1" fmla="*/ 0 w 6244155"/>
              <a:gd name="connsiteY0-2" fmla="*/ 0 h 707886"/>
              <a:gd name="connsiteX1-3" fmla="*/ 6244155 w 6244155"/>
              <a:gd name="connsiteY1-4" fmla="*/ 293 h 707886"/>
              <a:gd name="connsiteX2-5" fmla="*/ 5892800 w 6244155"/>
              <a:gd name="connsiteY2-6" fmla="*/ 707886 h 707886"/>
              <a:gd name="connsiteX3-7" fmla="*/ 0 w 6244155"/>
              <a:gd name="connsiteY3-8" fmla="*/ 707886 h 707886"/>
              <a:gd name="connsiteX4-9" fmla="*/ 0 w 6244155"/>
              <a:gd name="connsiteY4-10" fmla="*/ 0 h 707886"/>
              <a:gd name="connsiteX0-11" fmla="*/ 0 w 6244155"/>
              <a:gd name="connsiteY0-12" fmla="*/ 0 h 707886"/>
              <a:gd name="connsiteX1-13" fmla="*/ 6244155 w 6244155"/>
              <a:gd name="connsiteY1-14" fmla="*/ 293 h 707886"/>
              <a:gd name="connsiteX2-15" fmla="*/ 5654769 w 6244155"/>
              <a:gd name="connsiteY2-16" fmla="*/ 704690 h 707886"/>
              <a:gd name="connsiteX3-17" fmla="*/ 0 w 6244155"/>
              <a:gd name="connsiteY3-18" fmla="*/ 707886 h 707886"/>
              <a:gd name="connsiteX4-19" fmla="*/ 0 w 6244155"/>
              <a:gd name="connsiteY4-20" fmla="*/ 0 h 707886"/>
              <a:gd name="connsiteX0-21" fmla="*/ 0 w 6201341"/>
              <a:gd name="connsiteY0-22" fmla="*/ 0 h 707886"/>
              <a:gd name="connsiteX1-23" fmla="*/ 6201341 w 6201341"/>
              <a:gd name="connsiteY1-24" fmla="*/ 5293 h 707886"/>
              <a:gd name="connsiteX2-25" fmla="*/ 5654769 w 6201341"/>
              <a:gd name="connsiteY2-26" fmla="*/ 704690 h 707886"/>
              <a:gd name="connsiteX3-27" fmla="*/ 0 w 6201341"/>
              <a:gd name="connsiteY3-28" fmla="*/ 707886 h 707886"/>
              <a:gd name="connsiteX4-29" fmla="*/ 0 w 6201341"/>
              <a:gd name="connsiteY4-30" fmla="*/ 0 h 707886"/>
              <a:gd name="connsiteX0-31" fmla="*/ 0 w 6201341"/>
              <a:gd name="connsiteY0-32" fmla="*/ 0 h 707886"/>
              <a:gd name="connsiteX1-33" fmla="*/ 6201341 w 6201341"/>
              <a:gd name="connsiteY1-34" fmla="*/ 5293 h 707886"/>
              <a:gd name="connsiteX2-35" fmla="*/ 5638088 w 6201341"/>
              <a:gd name="connsiteY2-36" fmla="*/ 701215 h 707886"/>
              <a:gd name="connsiteX3-37" fmla="*/ 0 w 6201341"/>
              <a:gd name="connsiteY3-38" fmla="*/ 707886 h 707886"/>
              <a:gd name="connsiteX4-39" fmla="*/ 0 w 6201341"/>
              <a:gd name="connsiteY4-40" fmla="*/ 0 h 707886"/>
              <a:gd name="connsiteX0-41" fmla="*/ 0 w 6201341"/>
              <a:gd name="connsiteY0-42" fmla="*/ 0 h 701215"/>
              <a:gd name="connsiteX1-43" fmla="*/ 6201341 w 6201341"/>
              <a:gd name="connsiteY1-44" fmla="*/ 5293 h 701215"/>
              <a:gd name="connsiteX2-45" fmla="*/ 5638088 w 6201341"/>
              <a:gd name="connsiteY2-46" fmla="*/ 701215 h 701215"/>
              <a:gd name="connsiteX3-47" fmla="*/ 719912 w 6201341"/>
              <a:gd name="connsiteY3-48" fmla="*/ 694321 h 701215"/>
              <a:gd name="connsiteX4-49" fmla="*/ 0 w 6201341"/>
              <a:gd name="connsiteY4-50" fmla="*/ 0 h 701215"/>
              <a:gd name="connsiteX0-51" fmla="*/ 0 w 6346464"/>
              <a:gd name="connsiteY0-52" fmla="*/ 6233 h 695922"/>
              <a:gd name="connsiteX1-53" fmla="*/ 6346464 w 6346464"/>
              <a:gd name="connsiteY1-54" fmla="*/ 0 h 695922"/>
              <a:gd name="connsiteX2-55" fmla="*/ 5783211 w 6346464"/>
              <a:gd name="connsiteY2-56" fmla="*/ 695922 h 695922"/>
              <a:gd name="connsiteX3-57" fmla="*/ 865035 w 6346464"/>
              <a:gd name="connsiteY3-58" fmla="*/ 689028 h 695922"/>
              <a:gd name="connsiteX4-59" fmla="*/ 0 w 6346464"/>
              <a:gd name="connsiteY4-60" fmla="*/ 6233 h 6959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346464" h="695922">
                <a:moveTo>
                  <a:pt x="0" y="6233"/>
                </a:moveTo>
                <a:lnTo>
                  <a:pt x="6346464" y="0"/>
                </a:lnTo>
                <a:lnTo>
                  <a:pt x="5783211" y="695922"/>
                </a:lnTo>
                <a:lnTo>
                  <a:pt x="865035" y="689028"/>
                </a:lnTo>
                <a:lnTo>
                  <a:pt x="0" y="6233"/>
                </a:lnTo>
                <a:close/>
              </a:path>
            </a:pathLst>
          </a:custGeom>
          <a:solidFill>
            <a:schemeClr val="accent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142100" y="100440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141810" y="28971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5" Type="http://schemas.openxmlformats.org/officeDocument/2006/relationships/theme" Target="../theme/theme2.xml"/><Relationship Id="rId24" Type="http://schemas.openxmlformats.org/officeDocument/2006/relationships/tags" Target="../tags/tag158.xml"/><Relationship Id="rId23" Type="http://schemas.openxmlformats.org/officeDocument/2006/relationships/tags" Target="../tags/tag157.xml"/><Relationship Id="rId22" Type="http://schemas.openxmlformats.org/officeDocument/2006/relationships/tags" Target="../tags/tag156.xml"/><Relationship Id="rId21" Type="http://schemas.openxmlformats.org/officeDocument/2006/relationships/tags" Target="../tags/tag155.xml"/><Relationship Id="rId20" Type="http://schemas.openxmlformats.org/officeDocument/2006/relationships/tags" Target="../tags/tag154.xml"/><Relationship Id="rId2" Type="http://schemas.openxmlformats.org/officeDocument/2006/relationships/slideLayout" Target="../slideLayouts/slideLayout3.xml"/><Relationship Id="rId19" Type="http://schemas.openxmlformats.org/officeDocument/2006/relationships/tags" Target="../tags/tag153.xml"/><Relationship Id="rId18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5" Type="http://schemas.openxmlformats.org/officeDocument/2006/relationships/theme" Target="../theme/theme3.xml"/><Relationship Id="rId24" Type="http://schemas.openxmlformats.org/officeDocument/2006/relationships/tags" Target="../tags/tag309.xml"/><Relationship Id="rId23" Type="http://schemas.openxmlformats.org/officeDocument/2006/relationships/tags" Target="../tags/tag308.xml"/><Relationship Id="rId22" Type="http://schemas.openxmlformats.org/officeDocument/2006/relationships/tags" Target="../tags/tag307.xml"/><Relationship Id="rId21" Type="http://schemas.openxmlformats.org/officeDocument/2006/relationships/tags" Target="../tags/tag306.xml"/><Relationship Id="rId20" Type="http://schemas.openxmlformats.org/officeDocument/2006/relationships/tags" Target="../tags/tag305.xml"/><Relationship Id="rId2" Type="http://schemas.openxmlformats.org/officeDocument/2006/relationships/slideLayout" Target="../slideLayouts/slideLayout21.xml"/><Relationship Id="rId19" Type="http://schemas.openxmlformats.org/officeDocument/2006/relationships/tags" Target="../tags/tag304.xml"/><Relationship Id="rId18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0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" Type="http://schemas.openxmlformats.org/officeDocument/2006/relationships/tags" Target="../tags/tag31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tags" Target="../tags/tag319.xml"/><Relationship Id="rId5" Type="http://schemas.openxmlformats.org/officeDocument/2006/relationships/tags" Target="../tags/tag318.xml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8.xml"/><Relationship Id="rId2" Type="http://schemas.openxmlformats.org/officeDocument/2006/relationships/tags" Target="../tags/tag315.xml"/><Relationship Id="rId19" Type="http://schemas.openxmlformats.org/officeDocument/2006/relationships/tags" Target="../tags/tag332.xml"/><Relationship Id="rId18" Type="http://schemas.openxmlformats.org/officeDocument/2006/relationships/tags" Target="../tags/tag331.xml"/><Relationship Id="rId17" Type="http://schemas.openxmlformats.org/officeDocument/2006/relationships/tags" Target="../tags/tag330.xml"/><Relationship Id="rId16" Type="http://schemas.openxmlformats.org/officeDocument/2006/relationships/tags" Target="../tags/tag329.xml"/><Relationship Id="rId15" Type="http://schemas.openxmlformats.org/officeDocument/2006/relationships/tags" Target="../tags/tag328.xml"/><Relationship Id="rId14" Type="http://schemas.openxmlformats.org/officeDocument/2006/relationships/tags" Target="../tags/tag327.xml"/><Relationship Id="rId13" Type="http://schemas.openxmlformats.org/officeDocument/2006/relationships/tags" Target="../tags/tag326.xml"/><Relationship Id="rId12" Type="http://schemas.openxmlformats.org/officeDocument/2006/relationships/tags" Target="../tags/tag325.xml"/><Relationship Id="rId11" Type="http://schemas.openxmlformats.org/officeDocument/2006/relationships/tags" Target="../tags/tag324.xml"/><Relationship Id="rId10" Type="http://schemas.openxmlformats.org/officeDocument/2006/relationships/tags" Target="../tags/tag323.xml"/><Relationship Id="rId1" Type="http://schemas.openxmlformats.org/officeDocument/2006/relationships/tags" Target="../tags/tag3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8.xml"/><Relationship Id="rId21" Type="http://schemas.openxmlformats.org/officeDocument/2006/relationships/tags" Target="../tags/tag353.xml"/><Relationship Id="rId20" Type="http://schemas.openxmlformats.org/officeDocument/2006/relationships/tags" Target="../tags/tag352.xml"/><Relationship Id="rId2" Type="http://schemas.openxmlformats.org/officeDocument/2006/relationships/tags" Target="../tags/tag334.xml"/><Relationship Id="rId19" Type="http://schemas.openxmlformats.org/officeDocument/2006/relationships/tags" Target="../tags/tag351.xml"/><Relationship Id="rId18" Type="http://schemas.openxmlformats.org/officeDocument/2006/relationships/tags" Target="../tags/tag350.xml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tags" Target="../tags/tag347.xml"/><Relationship Id="rId14" Type="http://schemas.openxmlformats.org/officeDocument/2006/relationships/tags" Target="../tags/tag346.xml"/><Relationship Id="rId13" Type="http://schemas.openxmlformats.org/officeDocument/2006/relationships/tags" Target="../tags/tag345.xml"/><Relationship Id="rId12" Type="http://schemas.openxmlformats.org/officeDocument/2006/relationships/tags" Target="../tags/tag344.xml"/><Relationship Id="rId11" Type="http://schemas.openxmlformats.org/officeDocument/2006/relationships/tags" Target="../tags/tag343.xml"/><Relationship Id="rId10" Type="http://schemas.openxmlformats.org/officeDocument/2006/relationships/tags" Target="../tags/tag342.xml"/><Relationship Id="rId1" Type="http://schemas.openxmlformats.org/officeDocument/2006/relationships/tags" Target="../tags/tag33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8.xml"/><Relationship Id="rId16" Type="http://schemas.openxmlformats.org/officeDocument/2006/relationships/tags" Target="../tags/tag369.xml"/><Relationship Id="rId15" Type="http://schemas.openxmlformats.org/officeDocument/2006/relationships/tags" Target="../tags/tag368.xml"/><Relationship Id="rId14" Type="http://schemas.openxmlformats.org/officeDocument/2006/relationships/tags" Target="../tags/tag367.xml"/><Relationship Id="rId13" Type="http://schemas.openxmlformats.org/officeDocument/2006/relationships/tags" Target="../tags/tag366.xml"/><Relationship Id="rId12" Type="http://schemas.openxmlformats.org/officeDocument/2006/relationships/tags" Target="../tags/tag365.xml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tags" Target="../tags/tag35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8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tags" Target="../tags/tag3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91.xml"/><Relationship Id="rId8" Type="http://schemas.openxmlformats.org/officeDocument/2006/relationships/tags" Target="../tags/tag390.xml"/><Relationship Id="rId7" Type="http://schemas.openxmlformats.org/officeDocument/2006/relationships/tags" Target="../tags/tag38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tags" Target="../tags/tag386.xml"/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394.xml"/><Relationship Id="rId11" Type="http://schemas.openxmlformats.org/officeDocument/2006/relationships/tags" Target="../tags/tag393.xml"/><Relationship Id="rId10" Type="http://schemas.openxmlformats.org/officeDocument/2006/relationships/tags" Target="../tags/tag392.xml"/><Relationship Id="rId1" Type="http://schemas.openxmlformats.org/officeDocument/2006/relationships/tags" Target="../tags/tag38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3.xml"/><Relationship Id="rId8" Type="http://schemas.openxmlformats.org/officeDocument/2006/relationships/tags" Target="../tags/tag402.xml"/><Relationship Id="rId7" Type="http://schemas.openxmlformats.org/officeDocument/2006/relationships/tags" Target="../tags/tag401.xml"/><Relationship Id="rId6" Type="http://schemas.openxmlformats.org/officeDocument/2006/relationships/tags" Target="../tags/tag400.xml"/><Relationship Id="rId5" Type="http://schemas.openxmlformats.org/officeDocument/2006/relationships/tags" Target="../tags/tag399.xml"/><Relationship Id="rId4" Type="http://schemas.openxmlformats.org/officeDocument/2006/relationships/tags" Target="../tags/tag398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8.xml"/><Relationship Id="rId11" Type="http://schemas.openxmlformats.org/officeDocument/2006/relationships/tags" Target="../tags/tag405.xml"/><Relationship Id="rId10" Type="http://schemas.openxmlformats.org/officeDocument/2006/relationships/tags" Target="../tags/tag404.xml"/><Relationship Id="rId1" Type="http://schemas.openxmlformats.org/officeDocument/2006/relationships/tags" Target="../tags/tag39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tags" Target="../tags/tag413.xml"/><Relationship Id="rId7" Type="http://schemas.openxmlformats.org/officeDocument/2006/relationships/tags" Target="../tags/tag412.xml"/><Relationship Id="rId6" Type="http://schemas.openxmlformats.org/officeDocument/2006/relationships/tags" Target="../tags/tag411.xml"/><Relationship Id="rId5" Type="http://schemas.openxmlformats.org/officeDocument/2006/relationships/tags" Target="../tags/tag410.xml"/><Relationship Id="rId4" Type="http://schemas.openxmlformats.org/officeDocument/2006/relationships/tags" Target="../tags/tag409.xml"/><Relationship Id="rId3" Type="http://schemas.openxmlformats.org/officeDocument/2006/relationships/tags" Target="../tags/tag408.xml"/><Relationship Id="rId2" Type="http://schemas.openxmlformats.org/officeDocument/2006/relationships/tags" Target="../tags/tag407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40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22.xml"/><Relationship Id="rId8" Type="http://schemas.openxmlformats.org/officeDocument/2006/relationships/tags" Target="../tags/tag421.xml"/><Relationship Id="rId7" Type="http://schemas.openxmlformats.org/officeDocument/2006/relationships/tags" Target="../tags/tag420.xml"/><Relationship Id="rId6" Type="http://schemas.openxmlformats.org/officeDocument/2006/relationships/tags" Target="../tags/tag419.xml"/><Relationship Id="rId5" Type="http://schemas.openxmlformats.org/officeDocument/2006/relationships/tags" Target="../tags/tag418.xml"/><Relationship Id="rId4" Type="http://schemas.openxmlformats.org/officeDocument/2006/relationships/tags" Target="../tags/tag417.xml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425.xml"/><Relationship Id="rId11" Type="http://schemas.openxmlformats.org/officeDocument/2006/relationships/tags" Target="../tags/tag424.xml"/><Relationship Id="rId10" Type="http://schemas.openxmlformats.org/officeDocument/2006/relationships/tags" Target="../tags/tag423.xml"/><Relationship Id="rId1" Type="http://schemas.openxmlformats.org/officeDocument/2006/relationships/tags" Target="../tags/tag41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tags" Target="../tags/tag43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" Type="http://schemas.openxmlformats.org/officeDocument/2006/relationships/tags" Target="../tags/tag430.xml"/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8.xml"/><Relationship Id="rId15" Type="http://schemas.openxmlformats.org/officeDocument/2006/relationships/tags" Target="../tags/tag440.xml"/><Relationship Id="rId14" Type="http://schemas.openxmlformats.org/officeDocument/2006/relationships/tags" Target="../tags/tag439.xml"/><Relationship Id="rId13" Type="http://schemas.openxmlformats.org/officeDocument/2006/relationships/tags" Target="../tags/tag438.xml"/><Relationship Id="rId12" Type="http://schemas.openxmlformats.org/officeDocument/2006/relationships/tags" Target="../tags/tag437.xml"/><Relationship Id="rId11" Type="http://schemas.openxmlformats.org/officeDocument/2006/relationships/tags" Target="../tags/tag436.xml"/><Relationship Id="rId10" Type="http://schemas.openxmlformats.org/officeDocument/2006/relationships/tags" Target="../tags/tag435.xml"/><Relationship Id="rId1" Type="http://schemas.openxmlformats.org/officeDocument/2006/relationships/tags" Target="../tags/tag42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0.xml"/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p>
            <a:pPr marL="0" indent="0" algn="r">
              <a:buNone/>
            </a:pPr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457835" y="2966085"/>
            <a:ext cx="2665730" cy="276860"/>
          </a:xfrm>
          <a:prstGeom prst="rect">
            <a:avLst/>
          </a:prstGeom>
          <a:noFill/>
        </p:spPr>
        <p:txBody>
          <a:bodyPr wrap="square" lIns="67500" tIns="35100" rIns="67500" bIns="35100" rtlCol="0">
            <a:normAutofit/>
          </a:bodyPr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000" dirty="0">
                <a:solidFill>
                  <a:schemeClr val="lt1"/>
                </a:solidFill>
              </a:rPr>
              <a:t>“</a:t>
            </a:r>
            <a:r>
              <a:rPr lang="zh-CN" altLang="en-US" sz="1000" dirty="0">
                <a:solidFill>
                  <a:schemeClr val="lt1"/>
                </a:solidFill>
              </a:rPr>
              <a:t>我</a:t>
            </a:r>
            <a:r>
              <a:rPr lang="en-US" altLang="zh-CN" sz="1000" dirty="0">
                <a:solidFill>
                  <a:schemeClr val="lt1"/>
                </a:solidFill>
              </a:rPr>
              <a:t>”</a:t>
            </a:r>
            <a:r>
              <a:rPr lang="en-US" sz="1000" dirty="0">
                <a:solidFill>
                  <a:schemeClr val="lt1"/>
                </a:solidFill>
              </a:rPr>
              <a:t>  +  AI  =  一家动画工作室</a:t>
            </a:r>
            <a:endParaRPr lang="en-US" sz="1000" dirty="0">
              <a:solidFill>
                <a:schemeClr val="lt1"/>
              </a:solidFill>
            </a:endParaRPr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54330" y="1750695"/>
            <a:ext cx="3586480" cy="64008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4400" dirty="0">
                <a:solidFill>
                  <a:schemeClr val="accent1"/>
                </a:solidFill>
              </a:rPr>
              <a:t>智演助手</a:t>
            </a:r>
            <a:endParaRPr lang="en-US" sz="3300" dirty="0">
              <a:solidFill>
                <a:schemeClr val="accent1"/>
              </a:solidFill>
            </a:endParaRP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sz="1800" dirty="0">
                <a:solidFill>
                  <a:schemeClr val="accent1"/>
                </a:solidFill>
              </a:rPr>
              <a:t>——AI</a:t>
            </a:r>
            <a:r>
              <a:rPr lang="zh-CN" altLang="en-US" sz="1800" dirty="0">
                <a:solidFill>
                  <a:schemeClr val="accent1"/>
                </a:solidFill>
              </a:rPr>
              <a:t>驱动全自动视频生产平台</a:t>
            </a:r>
            <a:endParaRPr lang="zh-CN" altLang="en-US" sz="1800" dirty="0">
              <a:solidFill>
                <a:schemeClr val="accent1"/>
              </a:solidFill>
            </a:endParaRPr>
          </a:p>
        </p:txBody>
      </p:sp>
      <p:sp>
        <p:nvSpPr>
          <p:cNvPr id="11" name="副标题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54055" y="2571346"/>
            <a:ext cx="3586574" cy="21467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None/>
            </a:pPr>
            <a:r>
              <a:rPr lang="en-US" sz="1000" dirty="0">
                <a:solidFill>
                  <a:schemeClr val="dk1">
                    <a:lumMod val="65000"/>
                    <a:lumOff val="35000"/>
                  </a:schemeClr>
                </a:solidFill>
              </a:rPr>
              <a:t>OPC 创业大赛                 </a:t>
            </a:r>
            <a:r>
              <a:rPr lang="zh-CN" altLang="en-US" sz="1000" dirty="0">
                <a:solidFill>
                  <a:schemeClr val="dk1">
                    <a:lumMod val="65000"/>
                    <a:lumOff val="35000"/>
                  </a:schemeClr>
                </a:solidFill>
              </a:rPr>
              <a:t>汇报人：李杰</a:t>
            </a:r>
            <a:endParaRPr lang="zh-CN" altLang="en-US" sz="1000" dirty="0">
              <a:solidFill>
                <a:schemeClr val="dk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28" name="等腰三角形 27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25" name="等腰三角形 24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3" name="文本框 22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一段 3 分钟动画视频，需要几个人？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8"/>
            </p:custDataLst>
          </p:nvPr>
        </p:nvSpPr>
        <p:spPr>
          <a:xfrm>
            <a:off x="868680" y="1828800"/>
            <a:ext cx="914400" cy="914400"/>
          </a:xfrm>
          <a:prstGeom prst="ellipse">
            <a:avLst/>
          </a:prstGeom>
          <a:solidFill>
            <a:schemeClr val="accent1"/>
          </a:solidFill>
        </p:spPr>
        <p:txBody>
          <a:bodyPr/>
          <a:p>
            <a:endParaRPr lang="zh-CN" altLang="en-US"/>
          </a:p>
        </p:txBody>
      </p:sp>
      <p:sp>
        <p:nvSpPr>
          <p:cNvPr id="5" name="Shape 3"/>
          <p:cNvSpPr/>
          <p:nvPr>
            <p:custDataLst>
              <p:tags r:id="rId9"/>
            </p:custDataLst>
          </p:nvPr>
        </p:nvSpPr>
        <p:spPr>
          <a:xfrm>
            <a:off x="868680" y="1828800"/>
            <a:ext cx="914400" cy="914400"/>
          </a:xfrm>
          <a:prstGeom prst="ellipse">
            <a:avLst/>
          </a:pr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分镜师</a:t>
            </a:r>
            <a:endParaRPr 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10"/>
            </p:custDataLst>
          </p:nvPr>
        </p:nvSpPr>
        <p:spPr>
          <a:xfrm>
            <a:off x="2606040" y="1828800"/>
            <a:ext cx="914400" cy="9144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8" name="Shape 6"/>
          <p:cNvSpPr/>
          <p:nvPr>
            <p:custDataLst>
              <p:tags r:id="rId11"/>
            </p:custDataLst>
          </p:nvPr>
        </p:nvSpPr>
        <p:spPr>
          <a:xfrm>
            <a:off x="2606040" y="1828800"/>
            <a:ext cx="914400" cy="914400"/>
          </a:xfrm>
          <a:prstGeom prst="ellipse">
            <a:avLst/>
          </a:pr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原画师</a:t>
            </a:r>
            <a:endParaRPr 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12"/>
            </p:custDataLst>
          </p:nvPr>
        </p:nvSpPr>
        <p:spPr>
          <a:xfrm>
            <a:off x="4343400" y="1828800"/>
            <a:ext cx="914400" cy="9144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Shape 9"/>
          <p:cNvSpPr/>
          <p:nvPr>
            <p:custDataLst>
              <p:tags r:id="rId13"/>
            </p:custDataLst>
          </p:nvPr>
        </p:nvSpPr>
        <p:spPr>
          <a:xfrm>
            <a:off x="4343400" y="1828800"/>
            <a:ext cx="914400" cy="914400"/>
          </a:xfrm>
          <a:prstGeom prst="ellipse">
            <a:avLst/>
          </a:pr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动画师</a:t>
            </a:r>
            <a:endParaRPr 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14"/>
            </p:custDataLst>
          </p:nvPr>
        </p:nvSpPr>
        <p:spPr>
          <a:xfrm>
            <a:off x="6080760" y="1828800"/>
            <a:ext cx="914400" cy="9144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Shape 12"/>
          <p:cNvSpPr/>
          <p:nvPr>
            <p:custDataLst>
              <p:tags r:id="rId15"/>
            </p:custDataLst>
          </p:nvPr>
        </p:nvSpPr>
        <p:spPr>
          <a:xfrm>
            <a:off x="6080760" y="1828800"/>
            <a:ext cx="914400" cy="914400"/>
          </a:xfrm>
          <a:prstGeom prst="ellipse">
            <a:avLst/>
          </a:pr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配音师</a:t>
            </a:r>
            <a:endParaRPr 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6"/>
            </p:custDataLst>
          </p:nvPr>
        </p:nvSpPr>
        <p:spPr>
          <a:xfrm>
            <a:off x="7818120" y="1828800"/>
            <a:ext cx="914400" cy="914400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7818120" y="1828800"/>
            <a:ext cx="914400" cy="914400"/>
          </a:xfrm>
          <a:prstGeom prst="ellipse">
            <a:avLst/>
          </a:pr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18288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剪辑师</a:t>
            </a:r>
            <a:endParaRPr lang="en-US" sz="1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8"/>
            </p:custDataLst>
          </p:nvPr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个人 · 5 天 · ¥-?</a:t>
            </a:r>
            <a:endParaRPr 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如果只有一个人，能不能把另外四个人的活都干了？</a:t>
            </a:r>
            <a:endParaRPr 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54" dur="1000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6" grpId="1"/>
      <p:bldP spid="9" grpId="1"/>
      <p:bldP spid="12" grpId="1"/>
      <p:bldP spid="15" grpId="1"/>
      <p:bldP spid="18" grpId="1"/>
      <p:bldP spid="19" grpId="0"/>
      <p:bldP spid="20" grpId="0"/>
      <p:bldP spid="4" grpId="2" animBg="1"/>
      <p:bldP spid="6" grpId="2"/>
      <p:bldP spid="9" grpId="2"/>
      <p:bldP spid="12" grpId="2"/>
      <p:bldP spid="15" grpId="2"/>
      <p:bldP spid="18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31" name="等腰三角形 30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28" name="等腰三角形 27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6" name="文本框 25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能</a:t>
            </a:r>
            <a:r>
              <a:rPr lang="zh-CN" altLang="en-US" sz="4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！</a:t>
            </a:r>
            <a:endParaRPr lang="zh-CN" altLang="en-US" sz="4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4" name="Shape 2"/>
          <p:cNvSpPr/>
          <p:nvPr>
            <p:custDataLst>
              <p:tags r:id="rId8"/>
            </p:custDataLst>
          </p:nvPr>
        </p:nvSpPr>
        <p:spPr>
          <a:xfrm>
            <a:off x="731520" y="1371600"/>
            <a:ext cx="731520" cy="365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5" name="Shape 3"/>
          <p:cNvSpPr/>
          <p:nvPr>
            <p:custDataLst>
              <p:tags r:id="rId9"/>
            </p:custDataLst>
          </p:nvPr>
        </p:nvSpPr>
        <p:spPr>
          <a:xfrm>
            <a:off x="502920" y="2011680"/>
            <a:ext cx="731520" cy="7315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6" name="Text 4"/>
          <p:cNvSpPr/>
          <p:nvPr/>
        </p:nvSpPr>
        <p:spPr>
          <a:xfrm>
            <a:off x="50292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1</a:t>
            </a:r>
            <a:endParaRPr lang="en-US"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10"/>
            </p:custDataLst>
          </p:nvPr>
        </p:nvSpPr>
        <p:spPr>
          <a:xfrm>
            <a:off x="182880" y="28803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上传文档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(.docx/.txt)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6"/>
          <p:cNvSpPr/>
          <p:nvPr>
            <p:custDataLst>
              <p:tags r:id="rId11"/>
            </p:custDataLst>
          </p:nvPr>
        </p:nvSpPr>
        <p:spPr>
          <a:xfrm>
            <a:off x="1965960" y="2011680"/>
            <a:ext cx="731520" cy="7315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9" name="Text 7"/>
          <p:cNvSpPr/>
          <p:nvPr/>
        </p:nvSpPr>
        <p:spPr>
          <a:xfrm>
            <a:off x="196596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2</a:t>
            </a:r>
            <a:endParaRPr lang="en-US"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12"/>
            </p:custDataLst>
          </p:nvPr>
        </p:nvSpPr>
        <p:spPr>
          <a:xfrm>
            <a:off x="1645920" y="28803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分镜设计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hape 9"/>
          <p:cNvSpPr/>
          <p:nvPr>
            <p:custDataLst>
              <p:tags r:id="rId13"/>
            </p:custDataLst>
          </p:nvPr>
        </p:nvSpPr>
        <p:spPr>
          <a:xfrm>
            <a:off x="3429000" y="2011680"/>
            <a:ext cx="731520" cy="7315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2" name="Text 10"/>
          <p:cNvSpPr/>
          <p:nvPr/>
        </p:nvSpPr>
        <p:spPr>
          <a:xfrm>
            <a:off x="342900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3</a:t>
            </a:r>
            <a:endParaRPr lang="en-US"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14"/>
            </p:custDataLst>
          </p:nvPr>
        </p:nvSpPr>
        <p:spPr>
          <a:xfrm>
            <a:off x="3108960" y="28803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关键帧生成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Seedream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2"/>
          <p:cNvSpPr/>
          <p:nvPr>
            <p:custDataLst>
              <p:tags r:id="rId15"/>
            </p:custDataLst>
          </p:nvPr>
        </p:nvSpPr>
        <p:spPr>
          <a:xfrm>
            <a:off x="4892040" y="2011680"/>
            <a:ext cx="731520" cy="7315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15" name="Text 13"/>
          <p:cNvSpPr/>
          <p:nvPr/>
        </p:nvSpPr>
        <p:spPr>
          <a:xfrm>
            <a:off x="489204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4</a:t>
            </a:r>
            <a:endParaRPr lang="en-US"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6"/>
            </p:custDataLst>
          </p:nvPr>
        </p:nvSpPr>
        <p:spPr>
          <a:xfrm>
            <a:off x="4572000" y="28803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视频生成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Seedance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5"/>
          <p:cNvSpPr/>
          <p:nvPr>
            <p:custDataLst>
              <p:tags r:id="rId17"/>
            </p:custDataLst>
          </p:nvPr>
        </p:nvSpPr>
        <p:spPr>
          <a:xfrm>
            <a:off x="6355080" y="2011680"/>
            <a:ext cx="731520" cy="731520"/>
          </a:xfrm>
          <a:prstGeom prst="ellipse">
            <a:avLst/>
          </a:prstGeom>
          <a:solidFill>
            <a:schemeClr val="accent2"/>
          </a:solidFill>
        </p:spPr>
        <p:txBody>
          <a:bodyPr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5</a:t>
            </a:r>
            <a:endParaRPr lang="en-US"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8"/>
            </p:custDataLst>
          </p:nvPr>
        </p:nvSpPr>
        <p:spPr>
          <a:xfrm>
            <a:off x="6035040" y="28803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语音合成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 TTS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>
            <p:custDataLst>
              <p:tags r:id="rId19"/>
            </p:custDataLst>
          </p:nvPr>
        </p:nvSpPr>
        <p:spPr>
          <a:xfrm>
            <a:off x="7818120" y="2011680"/>
            <a:ext cx="731520" cy="731520"/>
          </a:xfrm>
          <a:prstGeom prst="ellipse">
            <a:avLst/>
          </a:prstGeom>
          <a:solidFill>
            <a:schemeClr val="accent2"/>
          </a:solidFill>
        </p:spPr>
      </p:sp>
      <p:sp>
        <p:nvSpPr>
          <p:cNvPr id="21" name="Text 19"/>
          <p:cNvSpPr/>
          <p:nvPr/>
        </p:nvSpPr>
        <p:spPr>
          <a:xfrm>
            <a:off x="7818120" y="201168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6</a:t>
            </a:r>
            <a:endParaRPr lang="en-US"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20"/>
            </p:custDataLst>
          </p:nvPr>
        </p:nvSpPr>
        <p:spPr>
          <a:xfrm>
            <a:off x="7498080" y="288036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合成输出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ffmpeg</a:t>
            </a:r>
            <a:endParaRPr lang="en-US" sz="9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步全自动 · 十几分钟 · ¥25</a:t>
            </a:r>
            <a:endParaRPr lang="en-US" sz="1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/>
      <p:bldP spid="7" grpId="1"/>
      <p:bldP spid="9" grpId="0"/>
      <p:bldP spid="10" grpId="0"/>
      <p:bldP spid="12" grpId="0"/>
      <p:bldP spid="13" grpId="0"/>
      <p:bldP spid="15" grpId="0"/>
      <p:bldP spid="16" grpId="0"/>
      <p:bldP spid="17" grpId="0" animBg="1"/>
      <p:bldP spid="18" grpId="0"/>
      <p:bldP spid="19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28" name="等腰三角形 27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25" name="等腰三角形 24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3" name="文本框 22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产品演示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8"/>
            </p:custDataLst>
          </p:nvPr>
        </p:nvSpPr>
        <p:spPr>
          <a:xfrm>
            <a:off x="731520" y="1371600"/>
            <a:ext cx="7680960" cy="6858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" name="Shape 4"/>
          <p:cNvSpPr/>
          <p:nvPr>
            <p:custDataLst>
              <p:tags r:id="rId9"/>
            </p:custDataLst>
          </p:nvPr>
        </p:nvSpPr>
        <p:spPr>
          <a:xfrm>
            <a:off x="731520" y="1371600"/>
            <a:ext cx="54864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7" name="Text 5"/>
          <p:cNvSpPr/>
          <p:nvPr/>
        </p:nvSpPr>
        <p:spPr>
          <a:xfrm>
            <a:off x="1097280" y="1444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双模式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模式手动精细控制 / 全自动模式一键出片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7"/>
          <p:cNvSpPr/>
          <p:nvPr>
            <p:custDataLst>
              <p:tags r:id="rId10"/>
            </p:custDataLst>
          </p:nvPr>
        </p:nvSpPr>
        <p:spPr>
          <a:xfrm>
            <a:off x="731520" y="2194560"/>
            <a:ext cx="7680960" cy="6858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" name="Shape 8"/>
          <p:cNvSpPr/>
          <p:nvPr>
            <p:custDataLst>
              <p:tags r:id="rId11"/>
            </p:custDataLst>
          </p:nvPr>
        </p:nvSpPr>
        <p:spPr>
          <a:xfrm>
            <a:off x="731520" y="2194560"/>
            <a:ext cx="54864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全自动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只选总时长，AI 自主决定镜头/风格/运镜/灯光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Shape 11"/>
          <p:cNvSpPr/>
          <p:nvPr>
            <p:custDataLst>
              <p:tags r:id="rId12"/>
            </p:custDataLst>
          </p:nvPr>
        </p:nvSpPr>
        <p:spPr>
          <a:xfrm>
            <a:off x="731520" y="3017520"/>
            <a:ext cx="7680960" cy="6858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4" name="Shape 12"/>
          <p:cNvSpPr/>
          <p:nvPr>
            <p:custDataLst>
              <p:tags r:id="rId13"/>
            </p:custDataLst>
          </p:nvPr>
        </p:nvSpPr>
        <p:spPr>
          <a:xfrm>
            <a:off x="731520" y="3017520"/>
            <a:ext cx="54864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15" name="Text 13"/>
          <p:cNvSpPr/>
          <p:nvPr/>
        </p:nvSpPr>
        <p:spPr>
          <a:xfrm>
            <a:off x="1097280" y="30906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进度可视化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步流水线实时反馈，多线程并行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731520" y="3840480"/>
            <a:ext cx="7680960" cy="6858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8" name="Shape 16"/>
          <p:cNvSpPr/>
          <p:nvPr>
            <p:custDataLst>
              <p:tags r:id="rId15"/>
            </p:custDataLst>
          </p:nvPr>
        </p:nvSpPr>
        <p:spPr>
          <a:xfrm>
            <a:off x="731520" y="3840480"/>
            <a:ext cx="54864" cy="685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19" name="Text 17"/>
          <p:cNvSpPr/>
          <p:nvPr/>
        </p:nvSpPr>
        <p:spPr>
          <a:xfrm>
            <a:off x="1097280" y="39136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多语言</a:t>
            </a:r>
            <a:endParaRPr lang="en-US" sz="1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适配多国</a:t>
            </a: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语言，视频产出全覆盖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8" grpId="0"/>
      <p:bldP spid="7" grpId="0"/>
      <p:bldP spid="12" grpId="0"/>
      <p:bldP spid="16" grpId="0"/>
      <p:bldP spid="20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36" name="等腰三角形 35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33" name="等腰三角形 32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" name="文本框 30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到底替我干了什么？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8"/>
            </p:custDataLst>
          </p:nvPr>
        </p:nvSpPr>
        <p:spPr>
          <a:xfrm>
            <a:off x="731520" y="1554480"/>
            <a:ext cx="7680960" cy="5486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5" name="Text 3"/>
          <p:cNvSpPr/>
          <p:nvPr/>
        </p:nvSpPr>
        <p:spPr>
          <a:xfrm>
            <a:off x="731520" y="16002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分镜师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377440" y="16002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→</a:t>
            </a:r>
            <a:endParaRPr 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834640" y="16002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DeepSeek V4 Pro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通读文档→设计镜头/景别/运镜/灯光</a:t>
            </a:r>
            <a:endParaRPr lang="en-US" sz="1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7"/>
          <p:cNvSpPr/>
          <p:nvPr>
            <p:custDataLst>
              <p:tags r:id="rId9"/>
            </p:custDataLst>
          </p:nvPr>
        </p:nvSpPr>
        <p:spPr>
          <a:xfrm>
            <a:off x="731520" y="2194560"/>
            <a:ext cx="7680960" cy="5486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" name="Text 8"/>
          <p:cNvSpPr/>
          <p:nvPr/>
        </p:nvSpPr>
        <p:spPr>
          <a:xfrm>
            <a:off x="731520" y="2240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原画师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77440" y="22402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→</a:t>
            </a:r>
            <a:endParaRPr 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Seedream 5.0 Lite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文字→关键帧图片，5线程并行</a:t>
            </a:r>
            <a:endParaRPr lang="en-US" sz="1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731520" y="2834640"/>
            <a:ext cx="7680960" cy="5486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5" name="Text 13"/>
          <p:cNvSpPr/>
          <p:nvPr/>
        </p:nvSpPr>
        <p:spPr>
          <a:xfrm>
            <a:off x="731520" y="288036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动画师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377440" y="2880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→</a:t>
            </a:r>
            <a:endParaRPr 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34640" y="288036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Seedance 2.0 Fast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图片→动态视频，10线程并行</a:t>
            </a:r>
            <a:endParaRPr lang="en-US" sz="1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Shape 17"/>
          <p:cNvSpPr/>
          <p:nvPr>
            <p:custDataLst>
              <p:tags r:id="rId11"/>
            </p:custDataLst>
          </p:nvPr>
        </p:nvSpPr>
        <p:spPr>
          <a:xfrm>
            <a:off x="731520" y="3474720"/>
            <a:ext cx="7680960" cy="5486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0" name="Text 18"/>
          <p:cNvSpPr/>
          <p:nvPr/>
        </p:nvSpPr>
        <p:spPr>
          <a:xfrm>
            <a:off x="731520" y="3520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配音师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77440" y="35204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→</a:t>
            </a:r>
            <a:endParaRPr 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834640" y="35204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Edge TTS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中文语音合成，免费，4语言可选</a:t>
            </a:r>
            <a:endParaRPr lang="en-US" sz="1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22"/>
          <p:cNvSpPr/>
          <p:nvPr>
            <p:custDataLst>
              <p:tags r:id="rId12"/>
            </p:custDataLst>
          </p:nvPr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25" name="Text 23"/>
          <p:cNvSpPr/>
          <p:nvPr/>
        </p:nvSpPr>
        <p:spPr>
          <a:xfrm>
            <a:off x="731520" y="41605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剪辑师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377440" y="41605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→</a:t>
            </a:r>
            <a:endParaRPr 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834640" y="416052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ffmpeg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41605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字幕+混音+转场+合成</a:t>
            </a:r>
            <a:endParaRPr lang="en-US" sz="11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对角圆角矩形 11"/>
          <p:cNvSpPr/>
          <p:nvPr/>
        </p:nvSpPr>
        <p:spPr>
          <a:xfrm flipH="1">
            <a:off x="5200015" y="1388110"/>
            <a:ext cx="3046095" cy="2269490"/>
          </a:xfrm>
          <a:prstGeom prst="round2Diag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对角圆角矩形 10"/>
          <p:cNvSpPr/>
          <p:nvPr/>
        </p:nvSpPr>
        <p:spPr>
          <a:xfrm>
            <a:off x="1134745" y="1371600"/>
            <a:ext cx="2882900" cy="2286000"/>
          </a:xfrm>
          <a:prstGeom prst="round2Diag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17" name="等腰三角形 16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14" name="等腰三角形 13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文本框 21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 AI 生成的每个镜头里角色都不一样？</a:t>
            </a:r>
            <a:endParaRPr lang="en-US" sz="2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>
            <p:custDataLst>
              <p:tags r:id="rId8"/>
            </p:custDataLst>
          </p:nvPr>
        </p:nvSpPr>
        <p:spPr>
          <a:xfrm>
            <a:off x="731520" y="1005840"/>
            <a:ext cx="7680960" cy="36576"/>
          </a:xfrm>
          <a:prstGeom prst="rect">
            <a:avLst/>
          </a:prstGeom>
          <a:solidFill>
            <a:schemeClr val="accent5"/>
          </a:solidFill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LLM 记忆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>
            <p:custDataLst>
              <p:tags r:id="rId9"/>
            </p:custDataLst>
          </p:nvPr>
        </p:nvSpPr>
        <p:spPr>
          <a:xfrm>
            <a:off x="731520" y="1828800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镜头1: 白色衬衫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镜头2: 浅色上衣 ← 忘了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镜头3: ???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.......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....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个镜头 = 12 个不同的角色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hape 5"/>
          <p:cNvSpPr/>
          <p:nvPr>
            <p:custDataLst>
              <p:tags r:id="rId10"/>
            </p:custDataLst>
          </p:nvPr>
        </p:nvSpPr>
        <p:spPr>
          <a:xfrm>
            <a:off x="4480560" y="1371600"/>
            <a:ext cx="182880" cy="2286000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8" name="Text 6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“</a:t>
            </a:r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角色身份证</a:t>
            </a:r>
            <a:r>
              <a:rPr lang="en-US" altLang="zh-CN" sz="1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”</a:t>
            </a:r>
            <a:endParaRPr lang="en-US" altLang="zh-CN" sz="1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11"/>
            </p:custDataLst>
          </p:nvPr>
        </p:nvSpPr>
        <p:spPr>
          <a:xfrm>
            <a:off x="4937760" y="1828800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镜头1: {CHAR:张三}</a:t>
            </a:r>
            <a:endParaRPr lang="en-US" sz="12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镜头2: {CHAR:张三}</a:t>
            </a:r>
            <a:endParaRPr lang="en-US" sz="12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镜头12: {CHAR:张三}</a:t>
            </a:r>
            <a:endParaRPr lang="en-US" sz="12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Python 逐字注入</a:t>
            </a:r>
            <a:endParaRPr lang="en-US" sz="12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......</a:t>
            </a:r>
            <a:endParaRPr lang="en-US" sz="12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12个镜头 = 100% 一致</a:t>
            </a:r>
            <a:endParaRPr lang="en-US" sz="1200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3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“角色身份证”</a:t>
            </a:r>
            <a:r>
              <a:rPr lang="en-US" sz="13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 LLM 记忆 · 代码保证逐字一致 · 零额外</a:t>
            </a:r>
            <a:r>
              <a:rPr lang="zh-CN" altLang="en-US" sz="13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</a:t>
            </a:r>
            <a:r>
              <a:rPr lang="en-US" sz="13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endParaRPr lang="en-US" sz="13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52" name="等腰三角形 51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8" name="组合 47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49" name="等腰三角形 48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7" name="文本框 46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为什么是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我们</a:t>
            </a: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？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822960" y="118872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94560" y="11887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06240" y="118872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6217920" y="1188720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" y="283464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194560" y="28346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217920" y="2834640"/>
            <a:ext cx="2103120" cy="398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0"/>
            </p:custDataLst>
          </p:nvPr>
        </p:nvGraphicFramePr>
        <p:xfrm>
          <a:off x="940435" y="1153160"/>
          <a:ext cx="7388225" cy="329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910"/>
                <a:gridCol w="2685415"/>
                <a:gridCol w="3390900"/>
              </a:tblGrid>
              <a:tr h="65913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Runway / Sora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  <a:p>
                      <a:pPr algn="ctr">
                        <a:buNone/>
                      </a:pPr>
                      <a:endParaRPr lang="en-US" altLang="en-US" sz="135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rgbClr val="00B0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智演助手</a:t>
                      </a:r>
                      <a:endParaRPr lang="en-US" sz="1350" b="1" dirty="0">
                        <a:solidFill>
                          <a:srgbClr val="00B0F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  <a:p>
                      <a:pPr algn="ctr">
                        <a:buNone/>
                      </a:pPr>
                      <a:endParaRPr lang="en-US" altLang="en-US" sz="1350" b="1" dirty="0">
                        <a:solidFill>
                          <a:srgbClr val="00B0F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视频来源</a:t>
                      </a: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AI生成/无角色</a:t>
                      </a: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b="1" dirty="0">
                          <a:solidFill>
                            <a:srgbClr val="00B0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AI生成/角色一致</a:t>
                      </a:r>
                      <a:endParaRPr lang="en-US" altLang="en-US" sz="1350" b="1" dirty="0">
                        <a:solidFill>
                          <a:srgbClr val="00B0F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角色系统</a:t>
                      </a: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需手动参考图</a:t>
                      </a: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350" b="1" dirty="0">
                          <a:solidFill>
                            <a:srgbClr val="00B0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</a:t>
                      </a:r>
                      <a:r>
                        <a:rPr lang="zh-CN" altLang="en-US" sz="1350" b="1" dirty="0">
                          <a:solidFill>
                            <a:srgbClr val="00B0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角色身份证</a:t>
                      </a:r>
                      <a:r>
                        <a:rPr lang="en-US" altLang="en-US" sz="1350" b="1" dirty="0">
                          <a:solidFill>
                            <a:srgbClr val="00B0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“100%</a:t>
                      </a:r>
                      <a:endParaRPr lang="en-US" altLang="en-US" sz="1350" b="1" dirty="0">
                        <a:solidFill>
                          <a:srgbClr val="00B0F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成本/分钟</a:t>
                      </a: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$20-50</a:t>
                      </a:r>
                      <a:endParaRPr 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  <a:p>
                      <a:pPr algn="ctr">
                        <a:buNone/>
                      </a:pP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b="1" dirty="0">
                          <a:solidFill>
                            <a:srgbClr val="00B0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¥10</a:t>
                      </a:r>
                      <a:endParaRPr lang="en-US" sz="1350" b="1" dirty="0">
                        <a:solidFill>
                          <a:srgbClr val="00B0F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  <a:p>
                      <a:pPr algn="ctr">
                        <a:buNone/>
                      </a:pPr>
                      <a:endParaRPr lang="en-US" altLang="en-US" sz="1350" b="1" dirty="0">
                        <a:solidFill>
                          <a:srgbClr val="00B0F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591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全自动</a:t>
                      </a: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20204" pitchFamily="34" charset="-120"/>
                          <a:sym typeface="+mn-ea"/>
                        </a:rPr>
                        <a:t>需逐段描述</a:t>
                      </a:r>
                      <a:endParaRPr lang="en-US" altLang="en-US" sz="135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Arial" panose="020B0604020202020204" pitchFamily="34" charset="-120"/>
                        <a:sym typeface="+mn-ea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350" b="1" dirty="0">
                          <a:solidFill>
                            <a:srgbClr val="00B0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文档→一键出片</a:t>
                      </a:r>
                      <a:endParaRPr lang="en-US" altLang="en-US" sz="1350" b="1" dirty="0">
                        <a:solidFill>
                          <a:srgbClr val="00B0F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19" name="等腰三角形 18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16" name="等腰三角形 15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文本框 21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不是概念，已经跑起来了</a:t>
            </a:r>
            <a:endParaRPr 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20116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¥10</a:t>
            </a:r>
            <a:endParaRPr lang="en-US" sz="4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1分钟视频成本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2468880" y="20116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400x</a:t>
            </a:r>
            <a:endParaRPr lang="en-US" sz="4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68880" y="2834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成本优势 vs 人工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63440" y="20116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99%</a:t>
            </a:r>
            <a:endParaRPr lang="en-US" sz="4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63440" y="2834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角色外貌一致率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0" y="201168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4</a:t>
            </a:r>
            <a:endParaRPr lang="en-US" sz="4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0" y="283464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语言支持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 20+ 次全流程测试 · 支持 Docker 一键部署 </a:t>
            </a:r>
            <a:endParaRPr lang="en-US" sz="1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24" name="等腰三角形 23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18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20" name="等腰三角形 19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文本框 21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怎么赚钱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？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8"/>
            </p:custDataLst>
          </p:nvPr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6" name="Shape 4"/>
          <p:cNvSpPr/>
          <p:nvPr>
            <p:custDataLst>
              <p:tags r:id="rId9"/>
            </p:custDataLst>
          </p:nvPr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7" name="Text 5"/>
          <p:cNvSpPr/>
          <p:nvPr/>
        </p:nvSpPr>
        <p:spPr>
          <a:xfrm>
            <a:off x="1097280" y="1463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SaaS 订阅</a:t>
            </a:r>
            <a:endParaRPr 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基础免费 · Pro ¥99/月 · 企业 ¥499/月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hape 7"/>
          <p:cNvSpPr/>
          <p:nvPr>
            <p:custDataLst>
              <p:tags r:id="rId10"/>
            </p:custDataLst>
          </p:nvPr>
        </p:nvSpPr>
        <p:spPr>
          <a:xfrm>
            <a:off x="731520" y="2560320"/>
            <a:ext cx="7680960" cy="100584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0" name="Shape 8"/>
          <p:cNvSpPr/>
          <p:nvPr/>
        </p:nvSpPr>
        <p:spPr>
          <a:xfrm>
            <a:off x="731520" y="2560320"/>
            <a:ext cx="54864" cy="10058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1097280" y="2651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分成</a:t>
            </a:r>
            <a:endParaRPr lang="en-US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 API 给第三方平台 · 按次计费 ¥5-15</a:t>
            </a:r>
            <a:endParaRPr lang="en-US" sz="13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731520" y="3749040"/>
            <a:ext cx="54864" cy="1005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sp>
      <p:sp>
        <p:nvSpPr>
          <p:cNvPr id="15" name="Text 13"/>
          <p:cNvSpPr/>
          <p:nvPr/>
        </p:nvSpPr>
        <p:spPr>
          <a:xfrm>
            <a:off x="1097280" y="38404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增值服务</a:t>
            </a:r>
            <a:endParaRPr lang="en-US" sz="18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420624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角色定制 ¥2000 · 企业模板 ¥5000 · 后期精修</a:t>
            </a:r>
            <a:endParaRPr lang="en-US" sz="13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 userDrawn="1">
            <p:custDataLst>
              <p:tags r:id="rId1"/>
            </p:custDataLst>
          </p:nvPr>
        </p:nvGrpSpPr>
        <p:grpSpPr>
          <a:xfrm>
            <a:off x="6941820" y="3884295"/>
            <a:ext cx="2572703" cy="1258729"/>
            <a:chOff x="10646" y="5909"/>
            <a:chExt cx="9994" cy="4890"/>
          </a:xfrm>
        </p:grpSpPr>
        <p:sp>
          <p:nvSpPr>
            <p:cNvPr id="27" name="等腰三角形 26"/>
            <p:cNvSpPr/>
            <p:nvPr userDrawn="1">
              <p:custDataLst>
                <p:tags r:id="rId2"/>
              </p:custDataLst>
            </p:nvPr>
          </p:nvSpPr>
          <p:spPr>
            <a:xfrm rot="16200000">
              <a:off x="13703" y="5303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矩形 12"/>
            <p:cNvSpPr/>
            <p:nvPr userDrawn="1">
              <p:custDataLst>
                <p:tags r:id="rId3"/>
              </p:custDataLst>
            </p:nvPr>
          </p:nvSpPr>
          <p:spPr>
            <a:xfrm rot="19299726">
              <a:off x="10646" y="75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4"/>
            </p:custDataLst>
          </p:nvPr>
        </p:nvGrpSpPr>
        <p:grpSpPr>
          <a:xfrm>
            <a:off x="-418624" y="7144"/>
            <a:ext cx="2822258" cy="1381125"/>
            <a:chOff x="-1483" y="0"/>
            <a:chExt cx="9994" cy="4890"/>
          </a:xfrm>
        </p:grpSpPr>
        <p:sp>
          <p:nvSpPr>
            <p:cNvPr id="24" name="等腰三角形 23"/>
            <p:cNvSpPr/>
            <p:nvPr userDrawn="1">
              <p:custDataLst>
                <p:tags r:id="rId5"/>
              </p:custDataLst>
            </p:nvPr>
          </p:nvSpPr>
          <p:spPr>
            <a:xfrm rot="5400000">
              <a:off x="606" y="-606"/>
              <a:ext cx="4891" cy="6103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12"/>
            <p:cNvSpPr/>
            <p:nvPr userDrawn="1">
              <p:custDataLst>
                <p:tags r:id="rId6"/>
              </p:custDataLst>
            </p:nvPr>
          </p:nvSpPr>
          <p:spPr>
            <a:xfrm rot="8445098">
              <a:off x="-1483" y="2178"/>
              <a:ext cx="9994" cy="1096"/>
            </a:xfrm>
            <a:custGeom>
              <a:avLst/>
              <a:gdLst>
                <a:gd name="connsiteX0" fmla="*/ 0 w 5892800"/>
                <a:gd name="connsiteY0" fmla="*/ 0 h 707886"/>
                <a:gd name="connsiteX1" fmla="*/ 5892800 w 5892800"/>
                <a:gd name="connsiteY1" fmla="*/ 0 h 707886"/>
                <a:gd name="connsiteX2" fmla="*/ 5892800 w 5892800"/>
                <a:gd name="connsiteY2" fmla="*/ 707886 h 707886"/>
                <a:gd name="connsiteX3" fmla="*/ 0 w 5892800"/>
                <a:gd name="connsiteY3" fmla="*/ 707886 h 707886"/>
                <a:gd name="connsiteX4" fmla="*/ 0 w 5892800"/>
                <a:gd name="connsiteY4" fmla="*/ 0 h 707886"/>
                <a:gd name="connsiteX0-1" fmla="*/ 0 w 6244155"/>
                <a:gd name="connsiteY0-2" fmla="*/ 0 h 707886"/>
                <a:gd name="connsiteX1-3" fmla="*/ 6244155 w 6244155"/>
                <a:gd name="connsiteY1-4" fmla="*/ 293 h 707886"/>
                <a:gd name="connsiteX2-5" fmla="*/ 5892800 w 6244155"/>
                <a:gd name="connsiteY2-6" fmla="*/ 707886 h 707886"/>
                <a:gd name="connsiteX3-7" fmla="*/ 0 w 6244155"/>
                <a:gd name="connsiteY3-8" fmla="*/ 707886 h 707886"/>
                <a:gd name="connsiteX4-9" fmla="*/ 0 w 6244155"/>
                <a:gd name="connsiteY4-10" fmla="*/ 0 h 707886"/>
                <a:gd name="connsiteX0-11" fmla="*/ 0 w 6244155"/>
                <a:gd name="connsiteY0-12" fmla="*/ 0 h 707886"/>
                <a:gd name="connsiteX1-13" fmla="*/ 6244155 w 6244155"/>
                <a:gd name="connsiteY1-14" fmla="*/ 293 h 707886"/>
                <a:gd name="connsiteX2-15" fmla="*/ 5654769 w 6244155"/>
                <a:gd name="connsiteY2-16" fmla="*/ 704690 h 707886"/>
                <a:gd name="connsiteX3-17" fmla="*/ 0 w 6244155"/>
                <a:gd name="connsiteY3-18" fmla="*/ 707886 h 707886"/>
                <a:gd name="connsiteX4-19" fmla="*/ 0 w 6244155"/>
                <a:gd name="connsiteY4-20" fmla="*/ 0 h 707886"/>
                <a:gd name="connsiteX0-21" fmla="*/ 0 w 6201341"/>
                <a:gd name="connsiteY0-22" fmla="*/ 0 h 707886"/>
                <a:gd name="connsiteX1-23" fmla="*/ 6201341 w 6201341"/>
                <a:gd name="connsiteY1-24" fmla="*/ 5293 h 707886"/>
                <a:gd name="connsiteX2-25" fmla="*/ 5654769 w 6201341"/>
                <a:gd name="connsiteY2-26" fmla="*/ 704690 h 707886"/>
                <a:gd name="connsiteX3-27" fmla="*/ 0 w 6201341"/>
                <a:gd name="connsiteY3-28" fmla="*/ 707886 h 707886"/>
                <a:gd name="connsiteX4-29" fmla="*/ 0 w 6201341"/>
                <a:gd name="connsiteY4-30" fmla="*/ 0 h 707886"/>
                <a:gd name="connsiteX0-31" fmla="*/ 0 w 6201341"/>
                <a:gd name="connsiteY0-32" fmla="*/ 0 h 707886"/>
                <a:gd name="connsiteX1-33" fmla="*/ 6201341 w 6201341"/>
                <a:gd name="connsiteY1-34" fmla="*/ 5293 h 707886"/>
                <a:gd name="connsiteX2-35" fmla="*/ 5638088 w 6201341"/>
                <a:gd name="connsiteY2-36" fmla="*/ 701215 h 707886"/>
                <a:gd name="connsiteX3-37" fmla="*/ 0 w 6201341"/>
                <a:gd name="connsiteY3-38" fmla="*/ 707886 h 707886"/>
                <a:gd name="connsiteX4-39" fmla="*/ 0 w 6201341"/>
                <a:gd name="connsiteY4-40" fmla="*/ 0 h 707886"/>
                <a:gd name="connsiteX0-41" fmla="*/ 0 w 6201341"/>
                <a:gd name="connsiteY0-42" fmla="*/ 0 h 701215"/>
                <a:gd name="connsiteX1-43" fmla="*/ 6201341 w 6201341"/>
                <a:gd name="connsiteY1-44" fmla="*/ 5293 h 701215"/>
                <a:gd name="connsiteX2-45" fmla="*/ 5638088 w 6201341"/>
                <a:gd name="connsiteY2-46" fmla="*/ 701215 h 701215"/>
                <a:gd name="connsiteX3-47" fmla="*/ 719912 w 6201341"/>
                <a:gd name="connsiteY3-48" fmla="*/ 694321 h 701215"/>
                <a:gd name="connsiteX4-49" fmla="*/ 0 w 6201341"/>
                <a:gd name="connsiteY4-50" fmla="*/ 0 h 701215"/>
                <a:gd name="connsiteX0-51" fmla="*/ 0 w 6346464"/>
                <a:gd name="connsiteY0-52" fmla="*/ 6233 h 695922"/>
                <a:gd name="connsiteX1-53" fmla="*/ 6346464 w 6346464"/>
                <a:gd name="connsiteY1-54" fmla="*/ 0 h 695922"/>
                <a:gd name="connsiteX2-55" fmla="*/ 5783211 w 6346464"/>
                <a:gd name="connsiteY2-56" fmla="*/ 695922 h 695922"/>
                <a:gd name="connsiteX3-57" fmla="*/ 865035 w 6346464"/>
                <a:gd name="connsiteY3-58" fmla="*/ 689028 h 695922"/>
                <a:gd name="connsiteX4-59" fmla="*/ 0 w 6346464"/>
                <a:gd name="connsiteY4-60" fmla="*/ 6233 h 6959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346464" h="695922">
                  <a:moveTo>
                    <a:pt x="0" y="6233"/>
                  </a:moveTo>
                  <a:lnTo>
                    <a:pt x="6346464" y="0"/>
                  </a:lnTo>
                  <a:lnTo>
                    <a:pt x="5783211" y="695922"/>
                  </a:lnTo>
                  <a:lnTo>
                    <a:pt x="865035" y="689028"/>
                  </a:lnTo>
                  <a:lnTo>
                    <a:pt x="0" y="6233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文本框 21"/>
          <p:cNvSpPr txBox="1"/>
          <p:nvPr userDrawn="1">
            <p:custDataLst>
              <p:tags r:id="rId7"/>
            </p:custDataLst>
          </p:nvPr>
        </p:nvSpPr>
        <p:spPr>
          <a:xfrm>
            <a:off x="457200" y="392906"/>
            <a:ext cx="471488" cy="39241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>
            <a:defPPr>
              <a:defRPr lang="zh-CN"/>
            </a:defPPr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endParaRPr lang="zh-CN" altLang="en-US" sz="2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下一步</a:t>
            </a:r>
            <a:endParaRPr lang="en-US" sz="28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6" name="Shape 4"/>
          <p:cNvSpPr/>
          <p:nvPr>
            <p:custDataLst>
              <p:tags r:id="rId8"/>
            </p:custDataLst>
          </p:nvPr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7" name="Text 5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打磨期</a:t>
            </a:r>
            <a:endParaRPr 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2026 2-5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9"/>
            </p:custDataLst>
          </p:nvPr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 · Docker · BGM</a:t>
            </a:r>
            <a:endParaRPr lang="en-US" sz="13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Pro模式 · 安全加固</a:t>
            </a:r>
            <a:endParaRPr lang="en-US" sz="13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>
            <p:custDataLst>
              <p:tags r:id="rId10"/>
            </p:custDataLst>
          </p:nvPr>
        </p:nvSpPr>
        <p:spPr>
          <a:xfrm>
            <a:off x="3383280" y="1371600"/>
            <a:ext cx="2560320" cy="3200400"/>
          </a:xfrm>
          <a:prstGeom prst="rect">
            <a:avLst/>
          </a:prstGeom>
          <a:solidFill>
            <a:schemeClr val="accent1"/>
          </a:solidFill>
        </p:spPr>
      </p:sp>
      <p:sp>
        <p:nvSpPr>
          <p:cNvPr id="11" name="Shape 9"/>
          <p:cNvSpPr/>
          <p:nvPr>
            <p:custDataLst>
              <p:tags r:id="rId11"/>
            </p:custDataLst>
          </p:nvPr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</p:sp>
      <p:sp>
        <p:nvSpPr>
          <p:cNvPr id="12" name="Text 10"/>
          <p:cNvSpPr/>
          <p:nvPr/>
        </p:nvSpPr>
        <p:spPr>
          <a:xfrm>
            <a:off x="3566160" y="16459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n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商业化</a:t>
            </a:r>
            <a:endParaRPr lang="en-US" sz="2000" b="1" dirty="0">
              <a:ln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2026 7-8</a:t>
            </a:r>
            <a:endParaRPr lang="en-US" sz="12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3566160" y="256032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SaaS 订阅上线</a:t>
            </a:r>
            <a:endParaRPr lang="en-US" sz="13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开放平台</a:t>
            </a:r>
            <a:endParaRPr lang="en-US" sz="13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企业定制服务</a:t>
            </a:r>
            <a:endParaRPr lang="en-US" sz="130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chemeClr val="accent2"/>
          </a:solidFill>
        </p:spPr>
      </p:sp>
      <p:sp>
        <p:nvSpPr>
          <p:cNvPr id="17" name="Text 15"/>
          <p:cNvSpPr/>
          <p:nvPr/>
        </p:nvSpPr>
        <p:spPr>
          <a:xfrm>
            <a:off x="6492240" y="16459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规模化</a:t>
            </a:r>
            <a:endParaRPr lang="en-US" sz="2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92240" y="20116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-120"/>
              </a:rPr>
              <a:t>2026 9-11</a:t>
            </a:r>
            <a:endParaRPr 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6492240" y="2560320"/>
            <a:ext cx="2194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移动端适配</a:t>
            </a:r>
            <a:endParaRPr lang="en-US" sz="13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实时协作</a:t>
            </a:r>
            <a:endParaRPr lang="en-US" sz="13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1000+ 企业客户</a:t>
            </a:r>
            <a:endParaRPr lang="en-US" sz="13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endParaRPr lang="en-US" sz="24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4365" y="3561715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3600" dirty="0">
                <a:ln w="15875">
                  <a:solidFill>
                    <a:schemeClr val="accent1"/>
                  </a:solidFill>
                </a:ln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Thanke You</a:t>
            </a:r>
            <a:endParaRPr lang="en-US" altLang="en-US" sz="3600" dirty="0">
              <a:ln w="15875">
                <a:solidFill>
                  <a:schemeClr val="accent1"/>
                </a:solidFill>
              </a:ln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9" name="标题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85215" y="1617345"/>
            <a:ext cx="621284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5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5400" dirty="0">
                <a:ln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5400" dirty="0">
                <a:ln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</a:t>
            </a:r>
            <a:r>
              <a:rPr lang="en-US" altLang="zh-CN" sz="5400" dirty="0">
                <a:ln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en-US" sz="5400" dirty="0">
                <a:ln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 </a:t>
            </a:r>
            <a:r>
              <a:rPr lang="zh-CN" altLang="en-US" sz="5400" dirty="0">
                <a:ln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智演</a:t>
            </a:r>
            <a:r>
              <a:rPr lang="en-US" sz="5400" dirty="0">
                <a:ln/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= ∞</a:t>
            </a:r>
            <a:endParaRPr lang="en-US" sz="5400" dirty="0">
              <a:ln/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69840" y="4512945"/>
            <a:ext cx="3342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                         Email</a:t>
            </a:r>
            <a:r>
              <a:rPr lang="zh-CN" altLang="en-US" sz="1200"/>
              <a:t>：</a:t>
            </a:r>
            <a:r>
              <a:rPr lang="en-US" altLang="zh-CN" sz="1200"/>
              <a:t>3280097009@qq.com</a:t>
            </a:r>
            <a:endParaRPr lang="en-US" altLang="zh-CN" sz="12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4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</p:tagLst>
</file>

<file path=ppt/tags/tag7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80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83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86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87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95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99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08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12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21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2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34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35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78"/>
</p:tagLst>
</file>

<file path=ppt/tags/tag154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78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TEMPLATE_TOPIC_ID" val="2869567"/>
  <p:tag name="KSO_WM_TEMPLATE_OUTLINE_ID" val="5"/>
  <p:tag name="KSO_WM_TEMPLATE_SCENE_ID" val="1"/>
  <p:tag name="KSO_WM_TEMPLATE_JOB_ID" val="5"/>
  <p:tag name="KSO_WM_TEMPLATE_TOPIC_DEFAULT" val="0"/>
  <p:tag name="KSO_WM_TAG_VERSION" val="1.0"/>
  <p:tag name="KSO_WM_BEAUTIFY_FLAG" val="#wm#"/>
  <p:tag name="KSO_WM_COMBINE_RELATE_SLIDE_ID" val="background20185106_1"/>
  <p:tag name="KSO_WM_TEMPLATE_CATEGORY" val="custom"/>
  <p:tag name="KSO_WM_TEMPLATE_INDEX" val="20188978"/>
  <p:tag name="KSO_WM_TEMPLATE_SUBCATEGORY" val="combine"/>
  <p:tag name="KSO_WM_TEMPLATE_THUMBS_INDEX" val="1、2、3、4、6、8、10、12、13"/>
  <p:tag name="KSO_WM_TEMPLATE_MASTER_TYPE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</p:tagLst>
</file>

<file path=ppt/tags/tag22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31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234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237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238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246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250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259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263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72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7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285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86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9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78"/>
</p:tagLst>
</file>

<file path=ppt/tags/tag305.xml><?xml version="1.0" encoding="utf-8"?>
<p:tagLst xmlns:p="http://schemas.openxmlformats.org/presentationml/2006/main">
  <p:tag name="KSO_WM_TAG_VERSION" val="1.0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BEAUTIFY_FLAG" val="#wm#"/>
  <p:tag name="KSO_WM_TEMPLATE_CATEGORY" val="custom"/>
  <p:tag name="KSO_WM_TEMPLATE_INDEX" val="20188978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TEMPLATE_TOPIC_ID" val="2869567"/>
  <p:tag name="KSO_WM_TEMPLATE_OUTLINE_ID" val="5"/>
  <p:tag name="KSO_WM_TEMPLATE_SCENE_ID" val="1"/>
  <p:tag name="KSO_WM_TEMPLATE_JOB_ID" val="5"/>
  <p:tag name="KSO_WM_TEMPLATE_TOPIC_DEFAULT" val="0"/>
  <p:tag name="KSO_WM_TAG_VERSION" val="1.0"/>
  <p:tag name="KSO_WM_BEAUTIFY_FLAG" val="#wm#"/>
  <p:tag name="KSO_WM_COMBINE_RELATE_SLIDE_ID" val="background20185106_1"/>
  <p:tag name="KSO_WM_TEMPLATE_CATEGORY" val="custom"/>
  <p:tag name="KSO_WM_TEMPLATE_INDEX" val="20188978"/>
  <p:tag name="KSO_WM_TEMPLATE_SUBCATEGORY" val="combine"/>
  <p:tag name="KSO_WM_TEMPLATE_THUMBS_INDEX" val="1、2、3、4、6、8、10、12、13"/>
  <p:tag name="KSO_WM_TEMPLATE_MASTER_TYPE" val="1"/>
</p:tagLst>
</file>

<file path=ppt/tags/tag310.xml><?xml version="1.0" encoding="utf-8"?>
<p:tagLst xmlns:p="http://schemas.openxmlformats.org/presentationml/2006/main">
  <p:tag name="KSO_WM_TEMPLATE_CATEGORY" val="custom"/>
  <p:tag name="KSO_WM_TEMPLATE_INDEX" val="20188978"/>
  <p:tag name="KSO_WM_UNIT_TYPE" val="f"/>
  <p:tag name="KSO_WM_UNIT_INDEX" val="1"/>
  <p:tag name="KSO_WM_UNIT_LAYERLEVEL" val="1"/>
  <p:tag name="KSO_WM_UNIT_VALUE" val="5"/>
  <p:tag name="KSO_WM_UNIT_HIGHLIGHT" val="0"/>
  <p:tag name="KSO_WM_UNIT_COMPATIBLE" val="0"/>
  <p:tag name="KSO_WM_BEAUTIFY_FLAG" val="#wm#"/>
  <p:tag name="KSO_WM_TAG_VERSION" val="1.0"/>
  <p:tag name="KSO_WM_UNIT_ID" val="custom20188978_1*f*1"/>
  <p:tag name="KSO_WM_UNIT_PRESET_TEXT" val="Your name"/>
  <p:tag name="KSO_WM_UNIT_SUBTYPE" val="a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4"/>
  <p:tag name="KSO_WM_UNIT_TEXT_FILL_TYPE" val="1"/>
</p:tagLst>
</file>

<file path=ppt/tags/tag311.xml><?xml version="1.0" encoding="utf-8"?>
<p:tagLst xmlns:p="http://schemas.openxmlformats.org/presentationml/2006/main">
  <p:tag name="KSO_WM_TEMPLATE_CATEGORY" val="custom"/>
  <p:tag name="KSO_WM_TEMPLATE_INDEX" val="20188978"/>
  <p:tag name="KSO_WM_UNIT_TYPE" val="a"/>
  <p:tag name="KSO_WM_UNIT_INDEX" val="1"/>
  <p:tag name="KSO_WM_UNIT_LAYERLEVEL" val="1"/>
  <p:tag name="KSO_WM_UNIT_VALUE" val="9"/>
  <p:tag name="KSO_WM_UNIT_ISCONTENTSTITLE" val="0"/>
  <p:tag name="KSO_WM_UNIT_HIGHLIGHT" val="0"/>
  <p:tag name="KSO_WM_UNIT_COMPATIBLE" val="0"/>
  <p:tag name="KSO_WM_BEAUTIFY_FLAG" val="#wm#"/>
  <p:tag name="KSO_WM_TAG_VERSION" val="1.0"/>
  <p:tag name="KSO_WM_UNIT_ID" val="custom20188978_1*a*1"/>
  <p:tag name="KSO_WM_UNIT_PRESET_TEXT" val="工作总结模板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5"/>
  <p:tag name="KSO_WM_UNIT_TEXT_FILL_TYPE" val="1"/>
</p:tagLst>
</file>

<file path=ppt/tags/tag312.xml><?xml version="1.0" encoding="utf-8"?>
<p:tagLst xmlns:p="http://schemas.openxmlformats.org/presentationml/2006/main">
  <p:tag name="KSO_WM_TEMPLATE_CATEGORY" val="custom"/>
  <p:tag name="KSO_WM_TEMPLATE_INDEX" val="20188978"/>
  <p:tag name="KSO_WM_UNIT_TYPE" val="b"/>
  <p:tag name="KSO_WM_UNIT_INDEX" val="1"/>
  <p:tag name="KSO_WM_UNIT_LAYERLEVEL" val="1"/>
  <p:tag name="KSO_WM_UNIT_VALUE" val="2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ID" val="custom20188978_1*b*1"/>
  <p:tag name="KSO_WM_UNIT_PRESET_TEXT" val="Adjust the spacing to adapt to Chinese typesetting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.35"/>
  <p:tag name="KSO_WM_UNIT_TEXT_FILL_FORE_SCHEMECOLOR_INDEX" val="13"/>
  <p:tag name="KSO_WM_UNIT_TEXT_FILL_TYPE" val="1"/>
</p:tagLst>
</file>

<file path=ppt/tags/tag313.xml><?xml version="1.0" encoding="utf-8"?>
<p:tagLst xmlns:p="http://schemas.openxmlformats.org/presentationml/2006/main">
  <p:tag name="KSO_WM_TEMPLATE_TOPIC_ID" val="2869567"/>
  <p:tag name="KSO_WM_TEMPLATE_OUTLINE_ID" val="5"/>
  <p:tag name="KSO_WM_TEMPLATE_SCENE_ID" val="1"/>
  <p:tag name="KSO_WM_TEMPLATE_JOB_ID" val="5"/>
  <p:tag name="KSO_WM_TEMPLATE_TOPIC_DEFAULT" val="0"/>
  <p:tag name="KSO_WM_TAG_VERSION" val="1.0"/>
  <p:tag name="KSO_WM_SLIDE_ITEM_CNT" val="0"/>
  <p:tag name="KSO_WM_SLIDE_LAYOUT" val="a_b_f"/>
  <p:tag name="KSO_WM_SLIDE_LAYOUT_CNT" val="1_1_1"/>
  <p:tag name="KSO_WM_SLIDE_TYPE" val="title"/>
  <p:tag name="KSO_WM_SLIDE_SUBTYPE" val="pureTxt"/>
  <p:tag name="KSO_WM_BEAUTIFY_FLAG" val="#wm#"/>
  <p:tag name="KSO_WM_COMBINE_RELATE_SLIDE_ID" val="background20185106_1"/>
  <p:tag name="KSO_WM_TEMPLATE_CATEGORY" val="custom"/>
  <p:tag name="KSO_WM_TEMPLATE_INDEX" val="20188978"/>
  <p:tag name="KSO_WM_SLIDE_ID" val="custom20188978_1"/>
  <p:tag name="KSO_WM_SLIDE_INDEX" val="1"/>
  <p:tag name="KSO_WM_TEMPLATE_SUBCATEGORY" val="0"/>
  <p:tag name="KSO_WM_TEMPLATE_THUMBS_INDEX" val="1、2、3、4、6、8、10、12、13、14、16、17"/>
  <p:tag name="KSO_WM_TEMPLATE_MASTER_TYPE" val="1"/>
  <p:tag name="KSO_WM_TEMPLATE_COLOR_TYPE" val="0"/>
</p:tagLst>
</file>

<file path=ppt/tags/tag31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3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2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3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2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3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2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3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2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3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3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331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79955158141_1_1"/>
</p:tagLst>
</file>

<file path=ppt/tags/tag332.xml><?xml version="1.0" encoding="utf-8"?>
<p:tagLst xmlns:p="http://schemas.openxmlformats.org/presentationml/2006/main">
  <p:tag name="KSO_WM_SLIDE_BACKGROUND_TYPE" val="general"/>
</p:tagLst>
</file>

<file path=ppt/tags/tag33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3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4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53.xml><?xml version="1.0" encoding="utf-8"?>
<p:tagLst xmlns:p="http://schemas.openxmlformats.org/presentationml/2006/main">
  <p:tag name="KSO_WM_SLIDE_BACKGROUND_TYPE" val="general"/>
</p:tagLst>
</file>

<file path=ppt/tags/tag35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3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6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6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6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6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6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69.xml><?xml version="1.0" encoding="utf-8"?>
<p:tagLst xmlns:p="http://schemas.openxmlformats.org/presentationml/2006/main">
  <p:tag name="KSO_WM_SLIDE_BACKGROUND_TYPE" val="general"/>
</p:tagLst>
</file>

<file path=ppt/tags/tag370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3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7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8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82.xml><?xml version="1.0" encoding="utf-8"?>
<p:tagLst xmlns:p="http://schemas.openxmlformats.org/presentationml/2006/main">
  <p:tag name="KSO_WM_SLIDE_BACKGROUND_TYPE" val="general"/>
</p:tagLst>
</file>

<file path=ppt/tags/tag38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39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39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4.xml><?xml version="1.0" encoding="utf-8"?>
<p:tagLst xmlns:p="http://schemas.openxmlformats.org/presentationml/2006/main">
  <p:tag name="KSO_WM_SLIDE_BACKGROUND_TYPE" val="general"/>
</p:tagLst>
</file>

<file path=ppt/tags/tag395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4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3.xml><?xml version="1.0" encoding="utf-8"?>
<p:tagLst xmlns:p="http://schemas.openxmlformats.org/presentationml/2006/main">
  <p:tag name="KSO_WM_DIAGRAM_VIRTUALLY_FRAME" val="{&quot;height&quot;:129.58999999999997,&quot;left&quot;:57.6,&quot;top&quot;:93.6,&quot;width&quot;:604.8}"/>
</p:tagLst>
</file>

<file path=ppt/tags/tag404.xml><?xml version="1.0" encoding="utf-8"?>
<p:tagLst xmlns:p="http://schemas.openxmlformats.org/presentationml/2006/main">
  <p:tag name="TABLE_ENDDRAG_ORIGIN_RECT" val="581*259"/>
  <p:tag name="TABLE_ENDDRAG_RECT" val="74*90*581*259"/>
</p:tagLst>
</file>

<file path=ppt/tags/tag405.xml><?xml version="1.0" encoding="utf-8"?>
<p:tagLst xmlns:p="http://schemas.openxmlformats.org/presentationml/2006/main">
  <p:tag name="KSO_WM_SLIDE_BACKGROUND_TYPE" val="general"/>
</p:tagLst>
</file>

<file path=ppt/tags/tag40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413.xml><?xml version="1.0" encoding="utf-8"?>
<p:tagLst xmlns:p="http://schemas.openxmlformats.org/presentationml/2006/main">
  <p:tag name="KSO_WM_SLIDE_BACKGROUND_TYPE" val="general"/>
</p:tagLst>
</file>

<file path=ppt/tags/tag41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7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4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2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2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425.xml><?xml version="1.0" encoding="utf-8"?>
<p:tagLst xmlns:p="http://schemas.openxmlformats.org/presentationml/2006/main">
  <p:tag name="KSO_WM_SLIDE_BACKGROUND_TYPE" val="general"/>
</p:tagLst>
</file>

<file path=ppt/tags/tag426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9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_12*i*2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SLIDE_BACKGROUND_TYPE" val="general"/>
  <p:tag name="KSO_WM_UNIT_TEXT_FILL_FORE_SCHEMECOLOR_INDEX_BRIGHTNESS" val="0"/>
  <p:tag name="KSO_WM_UNIT_TEXT_FILL_FORE_SCHEMECOLOR_INDEX" val="14"/>
  <p:tag name="KSO_WM_UNIT_TEXT_FILL_TYPE" val="1"/>
</p:tagLst>
</file>

<file path=ppt/tags/tag43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3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40.xml><?xml version="1.0" encoding="utf-8"?>
<p:tagLst xmlns:p="http://schemas.openxmlformats.org/presentationml/2006/main">
  <p:tag name="KSO_WM_SLIDE_BACKGROUND_TYPE" val="general"/>
</p:tagLst>
</file>

<file path=ppt/tags/tag441.xml><?xml version="1.0" encoding="utf-8"?>
<p:tagLst xmlns:p="http://schemas.openxmlformats.org/presentationml/2006/main">
  <p:tag name="KSO_WM_TEMPLATE_CATEGORY" val="custom"/>
  <p:tag name="KSO_WM_TEMPLATE_INDEX" val="20188978"/>
  <p:tag name="KSO_WM_UNIT_LAYERLEVEL" val="1"/>
  <p:tag name="KSO_WM_UNIT_VALUE" val="8"/>
  <p:tag name="KSO_WM_UNIT_ISCONTENTSTITLE" val="0"/>
  <p:tag name="KSO_WM_UNIT_HIGHLIGHT" val="0"/>
  <p:tag name="KSO_WM_UNIT_COMPATIBLE" val="0"/>
  <p:tag name="KSO_WM_TAG_VERSION" val="1.0"/>
  <p:tag name="KSO_WM_UNIT_ID" val="custom20188978_17*a*1"/>
  <p:tag name="KSO_WM_UNIT_PRESET_TEXT" val="THANK YOU"/>
  <p:tag name="KSO_WM_UNIT_ISNUMDGMTITLE" val="0"/>
  <p:tag name="KSO_WM_UNIT_NOCLEAR" val="0"/>
  <p:tag name="KSO_WM_UNIT_DIAGRAM_ISNUMVISUAL" val="0"/>
  <p:tag name="KSO_WM_UNIT_DIAGRAM_ISREFERUNIT" val="0"/>
  <p:tag name="KSO_WM_UNIT_TEXT_FILL_FORE_SCHEMECOLOR_INDEX_BRIGHTNESS" val="0"/>
  <p:tag name="KSO_WM_UNIT_TEXT_FILL_FORE_SCHEMECOLOR_INDEX" val="15"/>
  <p:tag name="KSO_WM_UNIT_TEXT_FILL_TYPE" val="1"/>
</p:tagLst>
</file>

<file path=ppt/tags/tag442.xml><?xml version="1.0" encoding="utf-8"?>
<p:tagLst xmlns:p="http://schemas.openxmlformats.org/presentationml/2006/main">
  <p:tag name="KSO_WM_TAG_VERSION" val="1.0"/>
  <p:tag name="KSO_WM_SLIDE_ITEM_CNT" val="0"/>
  <p:tag name="KSO_WM_SLIDE_LAYOUT" val="a"/>
  <p:tag name="KSO_WM_SLIDE_LAYOUT_CNT" val="1"/>
  <p:tag name="KSO_WM_SLIDE_TYPE" val="endPage"/>
  <p:tag name="KSO_WM_SLIDE_SUBTYPE" val="pureTxt"/>
  <p:tag name="KSO_WM_BEAUTIFY_FLAG" val="#wm#"/>
  <p:tag name="KSO_WM_COMBINE_RELATE_SLIDE_ID" val="background20185106_13"/>
  <p:tag name="KSO_WM_TEMPLATE_CATEGORY" val="custom"/>
  <p:tag name="KSO_WM_TEMPLATE_INDEX" val="20188978"/>
  <p:tag name="KSO_WM_SLIDE_ID" val="custom20188978_17"/>
  <p:tag name="KSO_WM_SLIDE_INDEX" val="17"/>
  <p:tag name="KSO_WM_TEMPLATE_SUBCATEGORY" val="0"/>
  <p:tag name="KSO_WM_TEMPLATE_MASTER_TYPE" val="1"/>
  <p:tag name="KSO_WM_TEMPLATE_COLOR_TYPE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2_Office 主题​​">
  <a:themeElements>
    <a:clrScheme name="">
      <a:dk1>
        <a:srgbClr val="000000"/>
      </a:dk1>
      <a:lt1>
        <a:srgbClr val="FFFFFF"/>
      </a:lt1>
      <a:dk2>
        <a:srgbClr val="EDEDED"/>
      </a:dk2>
      <a:lt2>
        <a:srgbClr val="FFFFFF"/>
      </a:lt2>
      <a:accent1>
        <a:srgbClr val="455171"/>
      </a:accent1>
      <a:accent2>
        <a:srgbClr val="686B7C"/>
      </a:accent2>
      <a:accent3>
        <a:srgbClr val="7D8091"/>
      </a:accent3>
      <a:accent4>
        <a:srgbClr val="ADA093"/>
      </a:accent4>
      <a:accent5>
        <a:srgbClr val="CFBA9F"/>
      </a:accent5>
      <a:accent6>
        <a:srgbClr val="F2D4AA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EDEDED"/>
      </a:dk2>
      <a:lt2>
        <a:srgbClr val="FFFFFF"/>
      </a:lt2>
      <a:accent1>
        <a:srgbClr val="455171"/>
      </a:accent1>
      <a:accent2>
        <a:srgbClr val="686B7C"/>
      </a:accent2>
      <a:accent3>
        <a:srgbClr val="7D8091"/>
      </a:accent3>
      <a:accent4>
        <a:srgbClr val="ADA093"/>
      </a:accent4>
      <a:accent5>
        <a:srgbClr val="CFBA9F"/>
      </a:accent5>
      <a:accent6>
        <a:srgbClr val="F2D4AA"/>
      </a:accent6>
      <a:hlink>
        <a:srgbClr val="0563C1"/>
      </a:hlink>
      <a:folHlink>
        <a:srgbClr val="954F72"/>
      </a:folHlink>
    </a:clrScheme>
    <a:fontScheme name="自定义 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1190</Words>
  <Application>WPS 演示</Application>
  <PresentationFormat>On-screen Show (16:9)</PresentationFormat>
  <Paragraphs>240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</vt:lpstr>
      <vt:lpstr>Arial</vt:lpstr>
      <vt:lpstr>Calibri</vt:lpstr>
      <vt:lpstr>微软雅黑</vt:lpstr>
      <vt:lpstr>Arial Unicode MS</vt:lpstr>
      <vt:lpstr>等线</vt:lpstr>
      <vt:lpstr>Impact</vt:lpstr>
      <vt:lpstr>楷体</vt:lpstr>
      <vt:lpstr>Office Theme</vt:lpstr>
      <vt:lpstr>12_Office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智演助手 — 1人+AI=动画工作室</dc:title>
  <dc:creator>智演助手</dc:creator>
  <dc:subject>PptxGenJS Presentation</dc:subject>
  <cp:lastModifiedBy>LIJIE</cp:lastModifiedBy>
  <cp:revision>2</cp:revision>
  <dcterms:created xsi:type="dcterms:W3CDTF">2026-05-28T07:22:00Z</dcterms:created>
  <dcterms:modified xsi:type="dcterms:W3CDTF">2026-05-28T08:15:55Z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A6E76B77C6744A88B6E86484460290D0_12</vt:lpwstr>
  </property>
</Properties>
</file>