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0"/>
            <a:ext cx="7315200" cy="7315200"/>
          </a:xfrm>
          <a:prstGeom prst="ellipse">
            <a:avLst/>
          </a:prstGeom>
          <a:solidFill>
            <a:srgbClr val="0D948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0" y="3657600"/>
            <a:ext cx="6400800" cy="6400800"/>
          </a:xfrm>
          <a:prstGeom prst="ellipse">
            <a:avLst/>
          </a:prstGeom>
          <a:solidFill>
            <a:srgbClr val="5EEAD4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ZHIYAN</a:t>
            </a:r>
            <a:endParaRPr lang="en-US" sz="6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3246120"/>
            <a:ext cx="1371600" cy="45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全自动视频生成系统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文档  →  AI导演  →  角色一致性  →  完整视频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2423160"/>
            <a:ext cx="109728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视频内容生产，从未真正民主化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3566160"/>
            <a:ext cx="73152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566160"/>
            <a:ext cx="73152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703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¥12,000+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4069080"/>
            <a:ext cx="6858000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1分钟动画视频的外包均价 · 制作周期 5-8 天 · 中小企业无力承担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406908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206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个岗位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572000"/>
            <a:ext cx="6858000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分镜师 + 原画师 + 动画师 + 配音 + 剪辑 · 一站式AI方案缺失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4572000"/>
            <a:ext cx="73152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572000"/>
            <a:ext cx="73152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709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角色漂移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074920"/>
            <a:ext cx="6858000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多镜头下人物外貌不一致 · Sora/Runway 未解决 · AI视频头号技术难题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2423160"/>
            <a:ext cx="109728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上传文档，一键成片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005840" cy="10058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03120" y="3474720"/>
            <a:ext cx="1005840" cy="10058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3474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920240" y="4572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3474720"/>
            <a:ext cx="1005840" cy="10058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3474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91840" y="4572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3474720"/>
            <a:ext cx="1005840" cy="10058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474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63440" y="4572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474720"/>
            <a:ext cx="1005840" cy="10058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474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035040" y="4572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89520" y="3474720"/>
            <a:ext cx="1005840" cy="10058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3474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406640" y="4572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核心技术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2423160"/>
            <a:ext cx="109728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{CHAR} 占位符 · 角色一致性硬约束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 LLM 记忆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镜头1: 白色衬衫 → 镜头2: 浅色上衣 → 镜头3: ???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3931920" cy="4572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297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个镜头 = 12 个不同的角色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我们的方案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931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代码级 {CHAR} 逐字注入 · 100% 逐字一致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4297680"/>
            <a:ext cx="3931920" cy="457200"/>
          </a:xfrm>
          <a:prstGeom prst="rect">
            <a:avLst/>
          </a:prstGeom>
          <a:solidFill>
            <a:srgbClr val="F0FDF9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4297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零额外 API 调用 · 100% 一致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工程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2423160"/>
            <a:ext cx="109728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 → 决策，两阶段分离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3474720"/>
            <a:ext cx="2194560" cy="4572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剧本分析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题材 · 情绪 · 角色 · 场景 · 节奏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219456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导演决策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 · 镜头 · 运镜 · 灯光 · 时长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竞品对比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2423160"/>
            <a:ext cx="109728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我们是唯一解决角色一致性的方案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28016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3200400"/>
            <a:ext cx="173736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MoneyPrinter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3200400"/>
            <a:ext cx="173736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Runway/Sora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3200400"/>
            <a:ext cx="29260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智演助手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128016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20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视频来源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0" y="3520440"/>
            <a:ext cx="173736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3520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素材拼接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49040" y="3520440"/>
            <a:ext cx="173736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3520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AI生成/无角色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3520440"/>
            <a:ext cx="29260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AI生成/角色一致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840480"/>
            <a:ext cx="12801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840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角色一致性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0" y="3840480"/>
            <a:ext cx="17373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10312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49040" y="3840480"/>
            <a:ext cx="17373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需参考图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3840480"/>
            <a:ext cx="292608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57784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100%一致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4160520"/>
            <a:ext cx="128016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160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成本/分钟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011680" y="4160520"/>
            <a:ext cx="173736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210312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免费+自备API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749040" y="4160520"/>
            <a:ext cx="173736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$20-50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0" y="4160520"/>
            <a:ext cx="29260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557784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4480560"/>
            <a:ext cx="12801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4480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电影级分镜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011680" y="4480560"/>
            <a:ext cx="17373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2103120" y="4480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749040" y="4480560"/>
            <a:ext cx="17373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3840480" y="4480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0" y="4480560"/>
            <a:ext cx="292608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577840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180°规则/正反打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31520" y="4800600"/>
            <a:ext cx="128016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822960" y="4800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全自动能力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011680" y="4800600"/>
            <a:ext cx="173736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2103120" y="4800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需写脚本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749040" y="4800600"/>
            <a:ext cx="173736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2" name="Text 50"/>
          <p:cNvSpPr/>
          <p:nvPr/>
        </p:nvSpPr>
        <p:spPr>
          <a:xfrm>
            <a:off x="3840480" y="4800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需逐段描述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0" y="4800600"/>
            <a:ext cx="29260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4" name="Text 52"/>
          <p:cNvSpPr/>
          <p:nvPr/>
        </p:nvSpPr>
        <p:spPr>
          <a:xfrm>
            <a:off x="557784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文档→一键出片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2423160"/>
            <a:ext cx="109728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1200亿短视频市场 · 年增30%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1200亿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全球短视频市场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5.8亿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2004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中国短视频用户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9436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企业视频使用率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商业模式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2423160"/>
            <a:ext cx="109728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+ API + 增值服务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474720"/>
            <a:ext cx="7315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611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订阅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977640"/>
            <a:ext cx="6858000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基础免费 · Pro ¥99/月 · 企业 ¥499/月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4023360"/>
            <a:ext cx="7315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160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分成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526280"/>
            <a:ext cx="6858000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开放 API · 按次计费 ¥5-15 · 预计占收入 40%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572000"/>
            <a:ext cx="73152" cy="4572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709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增值服务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074920"/>
            <a:ext cx="6858000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角色定制 ¥2000 · 企业模板 ¥5000 · 后期精修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2423160"/>
            <a:ext cx="109728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层架构 · 15 个文件 · 1795 行 Python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1645920" cy="32004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3291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· CSS3 · Vanilla JS · 4语言i18n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75888"/>
            <a:ext cx="164592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75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36758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· 14路由 · Token门禁 · 速率限制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059936"/>
            <a:ext cx="16459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0599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AI模型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40599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V4 · Seedream 5.0 · Seedance 2.0 · Edge TTS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443984"/>
            <a:ext cx="164592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44398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音视频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444398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ffmpeg 全流程 · 字幕 · 混音 · xfade · BGM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828032"/>
            <a:ext cx="1645920" cy="3200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828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86000" y="48280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· docker-compose · Vercel · file-state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关键数字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2423160"/>
            <a:ext cx="109728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¥25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生成1分钟视频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400x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2004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成本优势 vs 人工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9436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角色一致率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路线图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2423160"/>
            <a:ext cx="109728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2377440" cy="1371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291840"/>
            <a:ext cx="23774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Q3-Q4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产品打磨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多语言 · Docker · BGM · Pro模式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3291840"/>
            <a:ext cx="2377440" cy="1371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3291840"/>
            <a:ext cx="23774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Q1-Q2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SaaS订阅 · API平台 · 企业定制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291840"/>
            <a:ext cx="2377440" cy="1371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3291840"/>
            <a:ext cx="23774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Q3-Q4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规模化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移动端 · 实时协作 · 1000+客户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0"/>
            <a:ext cx="7315200" cy="7315200"/>
          </a:xfrm>
          <a:prstGeom prst="ellipse">
            <a:avLst/>
          </a:prstGeom>
          <a:solidFill>
            <a:srgbClr val="0D9488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让每个人</a:t>
            </a:r>
            <a:endParaRPr lang="en-US" sz="4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都能成为导演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840480" y="3291840"/>
            <a:ext cx="1463040" cy="45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智演助手 1.5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智演助手</dc:title>
  <dc:subject>PptxGenJS Presentation</dc:subject>
  <dc:creator>智演助手</dc:creator>
  <cp:lastModifiedBy>智演助手</cp:lastModifiedBy>
  <cp:revision>1</cp:revision>
  <dcterms:created xsi:type="dcterms:W3CDTF">2026-05-28T06:58:02Z</dcterms:created>
  <dcterms:modified xsi:type="dcterms:W3CDTF">2026-05-28T06:58:02Z</dcterms:modified>
</cp:coreProperties>
</file>