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智演助手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657600" y="265176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驱动的剪辑智能体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每天自学最新剪辑技法 · 持续进化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人  +  AI  =  一家动画工作室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OPC 创新创业大赛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4663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路演人：______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市场机会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11887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1200 亿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全球短视频市场规模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256032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缺视频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请不起团队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926080"/>
            <a:ext cx="256032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自媒体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追热点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剪辑赶不上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256032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3520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教育/培训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3840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课件视频化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需求暴增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他们不缺创意，缺效率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为什么不用即梦 / Seko？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731520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即梦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99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Seko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智演助手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32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视频生成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C55E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4AF37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自动学习剪辑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4AF37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文档一键成片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4AF37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自部署·数据自有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</a:rPr>
                        <a:t>❌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4AF37"/>
                          </a:solidFill>
                        </a:rPr>
                        <a:t>✅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每分钟成本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</a:rPr>
                        <a:t>¥36-66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999999"/>
                          </a:solidFill>
                        </a:rPr>
                        <a:t>¥58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</a:rPr>
                        <a:t>¥25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一样的模型，多一层剪辑智能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产品怎么用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>
              <a:gd name="adj" fmla="val 1724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64592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.docx / .txt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F37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2651760" cy="2926080"/>
          </a:xfrm>
          <a:prstGeom prst="rect">
            <a:avLst>
              <a:gd name="adj" fmla="val 1724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64592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全自动处理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 → 出图 → 生视频 → 合成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F37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2651760" cy="2926080"/>
          </a:xfrm>
          <a:prstGeom prst="rect">
            <a:avLst>
              <a:gd name="adj" fmla="val 1724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60920" y="164592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下载成品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带字幕 · 转场 · 角色一致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 → 全自动 → 成品视频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1463040"/>
            <a:ext cx="2194560" cy="2194560"/>
          </a:xfrm>
          <a:prstGeom prst="ellipse">
            <a:avLst/>
          </a:prstGeom>
          <a:solidFill>
            <a:srgbClr val="D4AF37">
              <a:alpha val="15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4630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剪辑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794760" y="1005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9476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每天自学当下最火的剪辑手法，持续进化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角色一致性 + 低成本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2560320"/>
          </a:xfrm>
          <a:prstGeom prst="rect">
            <a:avLst>
              <a:gd name="adj" fmla="val 1786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920240"/>
            <a:ext cx="548640" cy="64008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920240"/>
            <a:ext cx="548640" cy="64008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1920240"/>
            <a:ext cx="548640" cy="640080"/>
          </a:xfrm>
          <a:prstGeom prst="ellipse">
            <a:avLst/>
          </a:prstGeom>
          <a:solidFill>
            <a:srgbClr val="333333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个镜头 = 12 张不同的脸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概率模型，越跑越漂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840480" cy="2560320"/>
          </a:xfrm>
          <a:prstGeom prst="rect">
            <a:avLst>
              <a:gd name="adj" fmla="val 1786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智演助手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48640" cy="640080"/>
          </a:xfrm>
          <a:prstGeom prst="ellipse">
            <a:avLst/>
          </a:prstGeom>
          <a:solidFill>
            <a:srgbClr val="8B7320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1920240"/>
            <a:ext cx="548640" cy="640080"/>
          </a:xfrm>
          <a:prstGeom prst="ellipse">
            <a:avLst/>
          </a:prstGeom>
          <a:solidFill>
            <a:srgbClr val="8B7320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20240"/>
            <a:ext cx="548640" cy="640080"/>
          </a:xfrm>
          <a:prstGeom prst="ellipse">
            <a:avLst/>
          </a:prstGeom>
          <a:solidFill>
            <a:srgbClr val="8B7320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26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个镜头 = 同一张脸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代码注入，逐字相同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角色一致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84048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 API 调用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4206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¥25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7665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每分钟成本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产品演示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7315200" cy="3200400"/>
          </a:xfrm>
          <a:prstGeom prst="rect">
            <a:avLst>
              <a:gd name="adj" fmla="val 285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🎬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产品界面截图 / 录屏 GIF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[此处放入产品操作录屏或关键界面截图]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→ AI → 视频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1371600"/>
            <a:ext cx="2286000" cy="6400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定制部署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29000" y="1719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企业私有化 ¥5000起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2194560"/>
            <a:ext cx="3657600" cy="640080"/>
          </a:xfrm>
          <a:prstGeom prst="rect">
            <a:avLst/>
          </a:prstGeom>
          <a:solidFill>
            <a:srgbClr val="D4AF37">
              <a:alpha val="7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按次计费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2542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第三方平台调用 ¥5-15/次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3017520"/>
            <a:ext cx="5029200" cy="640080"/>
          </a:xfrm>
          <a:prstGeom prst="rect">
            <a:avLst/>
          </a:prstGeom>
          <a:solidFill>
            <a:srgbClr val="D4AF37">
              <a:alpha val="4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订阅 ¥99/月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57400" y="33649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基础免费 · Pro付费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趋势数据服务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87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剪辑趋势报告 · 技法模板库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层收入结构 · 毛利 85%+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怎么卖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2651760" cy="2560320"/>
          </a:xfrm>
          <a:prstGeom prst="rect">
            <a:avLst>
              <a:gd name="adj" fmla="val 1786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🏫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教育机构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课件一键变视频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 / 飞书应用市场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560320"/>
          </a:xfrm>
          <a:prstGeom prst="rect">
            <a:avLst>
              <a:gd name="adj" fmla="val 1786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📱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自媒体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追热点快人一步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 + 免费版引流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51760" cy="2560320"/>
          </a:xfrm>
          <a:prstGeom prst="rect">
            <a:avLst>
              <a:gd name="adj" fmla="val 1786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中小企业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 = 一个团队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 + 案例营销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免费引流  →  Pro 试用  →  付费转化  →  企业向上销售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36576"/>
          </a:xfrm>
          <a:prstGeom prst="rect">
            <a:avLst/>
          </a:prstGeom>
          <a:solidFill>
            <a:srgbClr val="8B732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客服 "智小演"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4114800" cy="3200400"/>
          </a:xfrm>
          <a:prstGeom prst="rect">
            <a:avLst>
              <a:gd name="adj" fmla="val 1429"/>
            </a:avLst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智小演 · 智能客服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920240"/>
            <a:ext cx="2743200" cy="502920"/>
          </a:xfrm>
          <a:prstGeom prst="rect">
            <a:avLst>
              <a:gd name="adj" fmla="val 10909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视频生成失败了怎么办？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2606040"/>
            <a:ext cx="2743200" cy="502920"/>
          </a:xfrm>
          <a:prstGeom prst="rect">
            <a:avLst>
              <a:gd name="adj" fmla="val 10909"/>
            </a:avLst>
          </a:prstGeom>
          <a:solidFill>
            <a:srgbClr val="8B732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606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正在诊断… 您的分辨率设置过高，建议降为 1080p 重试 ✓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3291840"/>
            <a:ext cx="2743200" cy="502920"/>
          </a:xfrm>
          <a:prstGeom prst="rect">
            <a:avLst>
              <a:gd name="adj" fmla="val 10909"/>
            </a:avLst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291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最近流行什么剪辑风格？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0" y="3977640"/>
            <a:ext cx="2743200" cy="502920"/>
          </a:xfrm>
          <a:prstGeom prst="rect">
            <a:avLst>
              <a:gd name="adj" fmla="val 10909"/>
            </a:avLst>
          </a:prstGeom>
          <a:solidFill>
            <a:srgbClr val="8B732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977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本周趋势：快剪+跳切 ↑ 20%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已为您推荐 3 个模板 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16459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30352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AI 自动解决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 小时在线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自动诊断生成失败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推送 Prompt 优化建议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实时查剪辑趋势数据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复杂问题转人工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路线图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468880"/>
            <a:ext cx="7315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240280"/>
            <a:ext cx="365760" cy="36576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打磨期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 · Docker · BGM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角色一致性 · 剪辑爬虫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 / 全自动双模式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2240280"/>
            <a:ext cx="365760" cy="36576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84048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付费订阅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计费平台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智小演客服上线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钉钉 / 飞书渠道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2240280"/>
            <a:ext cx="365760" cy="36576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规模化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 付费客户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 App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海外市场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457200"/>
            <a:ext cx="3657600" cy="3657600"/>
          </a:xfrm>
          <a:prstGeom prst="ellipse">
            <a:avLst/>
          </a:prstGeom>
          <a:solidFill>
            <a:srgbClr val="D4AF3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智演助手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657600" y="219456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F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人  +  AI  =  ∞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每天自学最新剪辑技法 · 让 AI 跟上潮流的脚步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联系方式：3280097009@qq.com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智演助手 OPC 路演</dc:title>
  <dc:subject>PptxGenJS Presentation</dc:subject>
  <dc:creator>智演助手</dc:creator>
  <cp:lastModifiedBy>智演助手</cp:lastModifiedBy>
  <cp:revision>1</cp:revision>
  <dcterms:created xsi:type="dcterms:W3CDTF">2026-06-03T02:52:26Z</dcterms:created>
  <dcterms:modified xsi:type="dcterms:W3CDTF">2026-06-03T02:52:26Z</dcterms:modified>
</cp:coreProperties>
</file>