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500</c:v>
                </c:pt>
                <c:pt idx="2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财务预测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840480"/>
          </a:xfrm>
          <a:prstGeom prst="rect">
            <a:avLst>
              <a:gd name="adj" fmla="val 1190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单位经济模型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调用成本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¥10 / 分钟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+ 带宽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¥500 / 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237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单客户获客成本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5237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 (社群/SEO)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626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月订阅价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¥99 / 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企业版年费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¥4,999 / 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114800" cy="3840480"/>
          </a:xfrm>
          <a:prstGeom prst="rect">
            <a:avLst>
              <a:gd name="adj" fmla="val 1190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营收预测（万元）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846320" y="164592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4251960"/>
            <a:ext cx="2560320" cy="320040"/>
          </a:xfrm>
          <a:prstGeom prst="rect">
            <a:avLst>
              <a:gd name="adj" fmla="val 8571"/>
            </a:avLst>
          </a:prstGeom>
          <a:solidFill>
            <a:srgbClr val="333333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4572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Year 1 目标用户  ·  Pro + 企业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383280" y="4251960"/>
            <a:ext cx="2560320" cy="320040"/>
          </a:xfrm>
          <a:prstGeom prst="rect">
            <a:avLst>
              <a:gd name="adj" fmla="val 8571"/>
            </a:avLst>
          </a:prstGeom>
          <a:solidFill>
            <a:srgbClr val="333333"/>
          </a:solidFill>
          <a:ln/>
        </p:spPr>
      </p:sp>
      <p:sp>
        <p:nvSpPr>
          <p:cNvPr id="25" name="Text 22"/>
          <p:cNvSpPr/>
          <p:nvPr/>
        </p:nvSpPr>
        <p:spPr>
          <a:xfrm>
            <a:off x="338328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个月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383280" y="4572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回本周期  ·  单人运营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217920" y="4251960"/>
            <a:ext cx="2560320" cy="320040"/>
          </a:xfrm>
          <a:prstGeom prst="rect">
            <a:avLst>
              <a:gd name="adj" fmla="val 8571"/>
            </a:avLst>
          </a:prstGeom>
          <a:solidFill>
            <a:srgbClr val="333333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17920" y="4572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  ·  vs 即梦/Seko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数据参考：可灵AI ARR $2.4-3亿 · 即梦Q1月活1352万 · 爱诗科技ARR $4000万 | 中国AI视频市场2026年突破200亿元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智演助手</dc:creator>
  <cp:lastModifiedBy>智演助手</cp:lastModifiedBy>
  <cp:revision>1</cp:revision>
  <dcterms:created xsi:type="dcterms:W3CDTF">2026-06-03T04:22:45Z</dcterms:created>
  <dcterms:modified xsi:type="dcterms:W3CDTF">2026-06-03T04:22:45Z</dcterms:modified>
</cp:coreProperties>
</file>